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9"/>
  </p:handoutMasterIdLst>
  <p:sldIdLst>
    <p:sldId id="256" r:id="rId3"/>
    <p:sldId id="1358" r:id="rId5"/>
    <p:sldId id="1359" r:id="rId6"/>
    <p:sldId id="1142" r:id="rId7"/>
    <p:sldId id="1143" r:id="rId8"/>
    <p:sldId id="1360" r:id="rId9"/>
    <p:sldId id="1361" r:id="rId10"/>
    <p:sldId id="1362" r:id="rId11"/>
    <p:sldId id="1144" r:id="rId12"/>
    <p:sldId id="1148" r:id="rId13"/>
    <p:sldId id="1149" r:id="rId14"/>
    <p:sldId id="1150" r:id="rId15"/>
    <p:sldId id="1151" r:id="rId16"/>
    <p:sldId id="1153" r:id="rId17"/>
    <p:sldId id="1152" r:id="rId18"/>
  </p:sldIdLst>
  <p:sldSz cx="9144000" cy="6858000" type="screen4x3"/>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5200"/>
    <a:srgbClr val="C06000"/>
    <a:srgbClr val="039ABD"/>
    <a:srgbClr val="1D8DA3"/>
    <a:srgbClr val="099AB7"/>
    <a:srgbClr val="33CCFF"/>
    <a:srgbClr val="CCFFFF"/>
    <a:srgbClr val="F3B10D"/>
    <a:srgbClr val="CCFF66"/>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p:cViewPr varScale="1">
        <p:scale>
          <a:sx n="114" d="100"/>
          <a:sy n="114" d="100"/>
        </p:scale>
        <p:origin x="-1542" y="60"/>
      </p:cViewPr>
      <p:guideLst>
        <p:guide orient="horz" pos="2160"/>
        <p:guide orient="horz" pos="4234"/>
        <p:guide orient="horz" pos="4065"/>
        <p:guide orient="horz" pos="617"/>
        <p:guide pos="2784"/>
        <p:guide pos="5465"/>
        <p:guide pos="295"/>
      </p:guideLst>
    </p:cSldViewPr>
  </p:slideViewPr>
  <p:notesTextViewPr>
    <p:cViewPr>
      <p:scale>
        <a:sx n="1" d="1"/>
        <a:sy n="1" d="1"/>
      </p:scale>
      <p:origin x="0" y="0"/>
    </p:cViewPr>
  </p:notesTextViewPr>
  <p:notesViewPr>
    <p:cSldViewPr>
      <p:cViewPr varScale="1">
        <p:scale>
          <a:sx n="59" d="100"/>
          <a:sy n="59" d="100"/>
        </p:scale>
        <p:origin x="2454" y="24"/>
      </p:cViewPr>
      <p:guideLst>
        <p:guide orient="horz" pos="2879"/>
        <p:guide pos="2088"/>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gs" Target="tags/tag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B19548-F454-4331-83C2-8A7F164E39A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6E25D8A-A620-4ACE-B1CF-F6E9B44ECD2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CE75B1-D996-41EC-AA92-8E0F9339AE2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CBB548-4544-46A5-8423-F94A584A161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65"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5074" r="11656" b="3263"/>
          <a:stretch>
            <a:fillRect/>
          </a:stretch>
        </p:blipFill>
        <p:spPr bwMode="auto">
          <a:xfrm flipV="1">
            <a:off x="3111190" y="-1"/>
            <a:ext cx="6057842" cy="685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矩形 11"/>
          <p:cNvSpPr>
            <a:spLocks noChangeArrowheads="1"/>
          </p:cNvSpPr>
          <p:nvPr userDrawn="1"/>
        </p:nvSpPr>
        <p:spPr bwMode="auto">
          <a:xfrm>
            <a:off x="19228" y="6886078"/>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23" name="Rectangle 5">
            <a:hlinkClick r:id="rId3"/>
          </p:cNvPr>
          <p:cNvSpPr txBox="1">
            <a:spLocks noChangeArrowheads="1"/>
          </p:cNvSpPr>
          <p:nvPr userDrawn="1"/>
        </p:nvSpPr>
        <p:spPr bwMode="gray">
          <a:xfrm>
            <a:off x="-17285" y="5876800"/>
            <a:ext cx="3059832" cy="504527"/>
          </a:xfrm>
          <a:prstGeom prst="rect">
            <a:avLst/>
          </a:prstGeom>
          <a:gradFill flip="none" rotWithShape="1">
            <a:gsLst>
              <a:gs pos="0">
                <a:schemeClr val="bg1">
                  <a:alpha val="29000"/>
                </a:schemeClr>
              </a:gs>
              <a:gs pos="100000">
                <a:schemeClr val="bg1">
                  <a:lumMod val="75000"/>
                  <a:alpha val="4800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indent="35560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
        <p:nvSpPr>
          <p:cNvPr id="2" name="标题 1"/>
          <p:cNvSpPr>
            <a:spLocks noGrp="1"/>
          </p:cNvSpPr>
          <p:nvPr userDrawn="1">
            <p:ph type="ctrTitle"/>
          </p:nvPr>
        </p:nvSpPr>
        <p:spPr>
          <a:xfrm>
            <a:off x="468313" y="2132856"/>
            <a:ext cx="6047903" cy="639678"/>
          </a:xfrm>
          <a:prstGeom prst="rect">
            <a:avLst/>
          </a:prstGeom>
        </p:spPr>
        <p:txBody>
          <a:bodyPr>
            <a:noAutofit/>
          </a:bodyPr>
          <a:lstStyle>
            <a:lvl1pPr algn="l">
              <a:defRPr sz="5400" b="1">
                <a:solidFill>
                  <a:schemeClr val="tx1"/>
                </a:solidFill>
                <a:latin typeface="+mj-ea"/>
                <a:ea typeface="+mj-ea"/>
              </a:defRPr>
            </a:lvl1pPr>
          </a:lstStyle>
          <a:p>
            <a:r>
              <a:rPr lang="zh-CN" altLang="en-US" smtClean="0"/>
              <a:t>单击此处编辑母版标题样式</a:t>
            </a:r>
            <a:endParaRPr lang="zh-CN" altLang="en-US" dirty="0"/>
          </a:p>
        </p:txBody>
      </p:sp>
      <p:sp>
        <p:nvSpPr>
          <p:cNvPr id="3" name="副标题 2"/>
          <p:cNvSpPr>
            <a:spLocks noGrp="1"/>
          </p:cNvSpPr>
          <p:nvPr userDrawn="1">
            <p:ph type="subTitle" idx="1" hasCustomPrompt="1"/>
          </p:nvPr>
        </p:nvSpPr>
        <p:spPr>
          <a:xfrm>
            <a:off x="468314" y="2952936"/>
            <a:ext cx="6047292" cy="372244"/>
          </a:xfrm>
          <a:prstGeom prst="rect">
            <a:avLst/>
          </a:prstGeom>
        </p:spPr>
        <p:txBody>
          <a:bodyPr>
            <a:noAutofit/>
          </a:bodyPr>
          <a:lstStyle>
            <a:lvl1pPr marL="0" indent="0" algn="l">
              <a:buNone/>
              <a:defRPr sz="3600">
                <a:solidFill>
                  <a:schemeClr val="tx1"/>
                </a:solidFill>
                <a:latin typeface="+mj-ea"/>
                <a:ea typeface="+mj-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zh-CN" alt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smtClean="0"/>
              <a:t>单击此处编辑母版标题样式</a:t>
            </a:r>
            <a:endParaRPr lang="zh-CN" altLang="en-US" dirty="0"/>
          </a:p>
        </p:txBody>
      </p:sp>
      <p:sp>
        <p:nvSpPr>
          <p:cNvPr id="3" name="页脚占位符 2"/>
          <p:cNvSpPr>
            <a:spLocks noGrp="1"/>
          </p:cNvSpPr>
          <p:nvPr>
            <p:ph type="ftr" sz="quarter" idx="10"/>
          </p:nvPr>
        </p:nvSpPr>
        <p:spPr/>
        <p:txBody>
          <a:bodyPr/>
          <a:lstStyle/>
          <a:p>
            <a:endParaRPr lang="zh-CN" altLang="en-US" dirty="0"/>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sp>
        <p:nvSpPr>
          <p:cNvPr id="5" name="内容占位符 8"/>
          <p:cNvSpPr>
            <a:spLocks noGrp="1"/>
          </p:cNvSpPr>
          <p:nvPr>
            <p:ph sz="quarter" idx="12" hasCustomPrompt="1"/>
          </p:nvPr>
        </p:nvSpPr>
        <p:spPr>
          <a:xfrm>
            <a:off x="468312" y="981075"/>
            <a:ext cx="8207376" cy="5400675"/>
          </a:xfrm>
        </p:spPr>
        <p:txBody>
          <a:bodyPr/>
          <a:lstStyle>
            <a:lvl1pPr>
              <a:lnSpc>
                <a:spcPct val="120000"/>
              </a:lnSpc>
              <a:buClr>
                <a:srgbClr val="7030A0"/>
              </a:buClr>
              <a:buSzPct val="70000"/>
              <a:buFont typeface="Wingdings" panose="05000000000000000000" pitchFamily="2" charset="2"/>
              <a:buChar char="n"/>
              <a:defRPr sz="2600" baseline="0"/>
            </a:lvl1pPr>
            <a:lvl2pPr marL="742950" indent="-285750">
              <a:buFont typeface="Wingdings" panose="05000000000000000000" pitchFamily="2" charset="2"/>
              <a:buChar char="l"/>
              <a:defRPr sz="2200"/>
            </a:lvl2pPr>
            <a:lvl3pPr>
              <a:defRPr sz="1600"/>
            </a:lvl3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pic>
        <p:nvPicPr>
          <p:cNvPr id="6"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p>
            <a:endParaRPr lang="zh-CN" altLang="en-US" dirty="0"/>
          </a:p>
        </p:txBody>
      </p:sp>
      <p:sp>
        <p:nvSpPr>
          <p:cNvPr id="5"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endParaRPr lang="zh-CN" altLang="en-US" dirty="0"/>
          </a:p>
        </p:txBody>
      </p:sp>
      <p:sp>
        <p:nvSpPr>
          <p:cNvPr id="6"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
        <p:nvSpPr>
          <p:cNvPr id="7"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配色方案说明">
    <p:spTree>
      <p:nvGrpSpPr>
        <p:cNvPr id="1" name=""/>
        <p:cNvGrpSpPr/>
        <p:nvPr/>
      </p:nvGrpSpPr>
      <p:grpSpPr>
        <a:xfrm>
          <a:off x="0" y="0"/>
          <a:ext cx="0" cy="0"/>
          <a:chOff x="0" y="0"/>
          <a:chExt cx="0" cy="0"/>
        </a:xfrm>
      </p:grpSpPr>
      <p:sp>
        <p:nvSpPr>
          <p:cNvPr id="56" name="日期占位符 55"/>
          <p:cNvSpPr>
            <a:spLocks noGrp="1"/>
          </p:cNvSpPr>
          <p:nvPr>
            <p:ph type="dt" sz="half" idx="14"/>
          </p:nvPr>
        </p:nvSpPr>
        <p:spPr/>
        <p:txBody>
          <a:bodyPr/>
          <a:lstStyle/>
          <a:p>
            <a:endParaRPr lang="zh-CN" altLang="en-US"/>
          </a:p>
        </p:txBody>
      </p:sp>
      <p:sp>
        <p:nvSpPr>
          <p:cNvPr id="57" name="页脚占位符 56"/>
          <p:cNvSpPr>
            <a:spLocks noGrp="1"/>
          </p:cNvSpPr>
          <p:nvPr>
            <p:ph type="ftr" sz="quarter" idx="15"/>
          </p:nvPr>
        </p:nvSpPr>
        <p:spPr/>
        <p:txBody>
          <a:bodyPr/>
          <a:lstStyle/>
          <a:p>
            <a:endParaRPr lang="zh-CN" altLang="en-US" dirty="0"/>
          </a:p>
        </p:txBody>
      </p:sp>
      <p:sp>
        <p:nvSpPr>
          <p:cNvPr id="58" name="灯片编号占位符 57"/>
          <p:cNvSpPr>
            <a:spLocks noGrp="1"/>
          </p:cNvSpPr>
          <p:nvPr>
            <p:ph type="sldNum" sz="quarter" idx="16"/>
          </p:nvPr>
        </p:nvSpPr>
        <p:spPr/>
        <p:txBody>
          <a:bodyPr/>
          <a:lstStyle/>
          <a:p>
            <a:r>
              <a:rPr lang="en-US" altLang="zh-CN" smtClean="0"/>
              <a:t>P</a:t>
            </a:r>
            <a:fld id="{62DCC93C-90AC-48A1-9D9E-CBAB17A91522}" type="slidenum">
              <a:rPr lang="zh-CN" altLang="en-US" smtClean="0"/>
            </a:fld>
            <a:endParaRPr lang="zh-CN" altLang="en-US" dirty="0"/>
          </a:p>
        </p:txBody>
      </p:sp>
      <p:grpSp>
        <p:nvGrpSpPr>
          <p:cNvPr id="2" name="组合 1"/>
          <p:cNvGrpSpPr/>
          <p:nvPr userDrawn="1"/>
        </p:nvGrpSpPr>
        <p:grpSpPr>
          <a:xfrm>
            <a:off x="741702" y="1398826"/>
            <a:ext cx="7672274" cy="4811474"/>
            <a:chOff x="468311" y="1227376"/>
            <a:chExt cx="8219055" cy="5154374"/>
          </a:xfrm>
        </p:grpSpPr>
        <p:sp>
          <p:nvSpPr>
            <p:cNvPr id="6" name="矩形 5"/>
            <p:cNvSpPr/>
            <p:nvPr userDrawn="1"/>
          </p:nvSpPr>
          <p:spPr bwMode="auto">
            <a:xfrm>
              <a:off x="7477213"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7" name="矩形 6"/>
            <p:cNvSpPr/>
            <p:nvPr userDrawn="1"/>
          </p:nvSpPr>
          <p:spPr bwMode="auto">
            <a:xfrm>
              <a:off x="3266666"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8" name="矩形 7"/>
            <p:cNvSpPr/>
            <p:nvPr userDrawn="1"/>
          </p:nvSpPr>
          <p:spPr bwMode="auto">
            <a:xfrm>
              <a:off x="468314" y="2816932"/>
              <a:ext cx="2606725"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10" name="左大括号 9"/>
            <p:cNvSpPr/>
            <p:nvPr userDrawn="1"/>
          </p:nvSpPr>
          <p:spPr>
            <a:xfrm rot="5400000">
              <a:off x="4342637" y="-2230069"/>
              <a:ext cx="454784" cy="820343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椭圆 10"/>
            <p:cNvSpPr/>
            <p:nvPr userDrawn="1"/>
          </p:nvSpPr>
          <p:spPr bwMode="auto">
            <a:xfrm>
              <a:off x="468313" y="256490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2" name="椭圆 11"/>
            <p:cNvSpPr/>
            <p:nvPr userDrawn="1"/>
          </p:nvSpPr>
          <p:spPr bwMode="auto">
            <a:xfrm>
              <a:off x="1169203" y="256490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3" name="椭圆 12"/>
            <p:cNvSpPr/>
            <p:nvPr userDrawn="1"/>
          </p:nvSpPr>
          <p:spPr bwMode="auto">
            <a:xfrm>
              <a:off x="1870093" y="256490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椭圆 13"/>
            <p:cNvSpPr/>
            <p:nvPr userDrawn="1"/>
          </p:nvSpPr>
          <p:spPr bwMode="auto">
            <a:xfrm>
              <a:off x="2570983" y="256490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5" name="椭圆 14"/>
            <p:cNvSpPr/>
            <p:nvPr userDrawn="1"/>
          </p:nvSpPr>
          <p:spPr bwMode="auto">
            <a:xfrm>
              <a:off x="3271873" y="256490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6" name="椭圆 15"/>
            <p:cNvSpPr/>
            <p:nvPr userDrawn="1"/>
          </p:nvSpPr>
          <p:spPr bwMode="auto">
            <a:xfrm>
              <a:off x="3972763" y="256490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7" name="椭圆 16"/>
            <p:cNvSpPr/>
            <p:nvPr userDrawn="1"/>
          </p:nvSpPr>
          <p:spPr bwMode="auto">
            <a:xfrm>
              <a:off x="4673653" y="2564904"/>
              <a:ext cx="504056" cy="504056"/>
            </a:xfrm>
            <a:prstGeom prst="ellipse">
              <a:avLst/>
            </a:prstGeom>
            <a:solidFill>
              <a:schemeClr val="accent3"/>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8" name="椭圆 17"/>
            <p:cNvSpPr/>
            <p:nvPr userDrawn="1"/>
          </p:nvSpPr>
          <p:spPr bwMode="auto">
            <a:xfrm>
              <a:off x="5374543" y="2564904"/>
              <a:ext cx="504056" cy="504056"/>
            </a:xfrm>
            <a:prstGeom prst="ellipse">
              <a:avLst/>
            </a:prstGeom>
            <a:solidFill>
              <a:schemeClr val="accent4"/>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9" name="椭圆 18"/>
            <p:cNvSpPr/>
            <p:nvPr userDrawn="1"/>
          </p:nvSpPr>
          <p:spPr bwMode="auto">
            <a:xfrm>
              <a:off x="6075433" y="2564904"/>
              <a:ext cx="504056" cy="504056"/>
            </a:xfrm>
            <a:prstGeom prst="ellipse">
              <a:avLst/>
            </a:prstGeom>
            <a:solidFill>
              <a:schemeClr val="accent5"/>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9</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0" name="椭圆 19"/>
            <p:cNvSpPr/>
            <p:nvPr userDrawn="1"/>
          </p:nvSpPr>
          <p:spPr bwMode="auto">
            <a:xfrm>
              <a:off x="6776323" y="2564904"/>
              <a:ext cx="504056" cy="504056"/>
            </a:xfrm>
            <a:prstGeom prst="ellipse">
              <a:avLst/>
            </a:prstGeom>
            <a:solidFill>
              <a:schemeClr val="accent6"/>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10</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1" name="椭圆 20"/>
            <p:cNvSpPr/>
            <p:nvPr userDrawn="1"/>
          </p:nvSpPr>
          <p:spPr bwMode="auto">
            <a:xfrm>
              <a:off x="7477213" y="256490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2" name="椭圆 21"/>
            <p:cNvSpPr/>
            <p:nvPr userDrawn="1"/>
          </p:nvSpPr>
          <p:spPr bwMode="auto">
            <a:xfrm>
              <a:off x="8178102" y="256490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3" name="左大括号 22"/>
            <p:cNvSpPr/>
            <p:nvPr userDrawn="1"/>
          </p:nvSpPr>
          <p:spPr>
            <a:xfrm rot="5400000">
              <a:off x="3736233"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左大括号 23"/>
            <p:cNvSpPr/>
            <p:nvPr userDrawn="1"/>
          </p:nvSpPr>
          <p:spPr>
            <a:xfrm rot="5400000">
              <a:off x="5887737" y="1050984"/>
              <a:ext cx="227392" cy="255789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左大括号 24"/>
            <p:cNvSpPr/>
            <p:nvPr userDrawn="1"/>
          </p:nvSpPr>
          <p:spPr>
            <a:xfrm rot="5400000">
              <a:off x="7941572"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左大括号 25"/>
            <p:cNvSpPr/>
            <p:nvPr userDrawn="1"/>
          </p:nvSpPr>
          <p:spPr>
            <a:xfrm rot="5400000">
              <a:off x="1605452" y="1079093"/>
              <a:ext cx="227392" cy="250167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左大括号 26"/>
            <p:cNvSpPr/>
            <p:nvPr userDrawn="1"/>
          </p:nvSpPr>
          <p:spPr>
            <a:xfrm rot="5400000" flipH="1">
              <a:off x="4342828" y="632797"/>
              <a:ext cx="415982" cy="81650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内容占位符 4"/>
            <p:cNvSpPr txBox="1"/>
            <p:nvPr userDrawn="1"/>
          </p:nvSpPr>
          <p:spPr>
            <a:xfrm>
              <a:off x="468314" y="5008949"/>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600" b="1" dirty="0">
                  <a:solidFill>
                    <a:schemeClr val="bg1">
                      <a:lumMod val="50000"/>
                    </a:schemeClr>
                  </a:solidFill>
                </a:rPr>
                <a:t>2003</a:t>
              </a:r>
              <a:r>
                <a:rPr lang="zh-CN" altLang="en-US" sz="1600" b="1" dirty="0">
                  <a:solidFill>
                    <a:schemeClr val="bg1">
                      <a:lumMod val="50000"/>
                    </a:schemeClr>
                  </a:solidFill>
                </a:rPr>
                <a:t>版本配色方案 </a:t>
              </a:r>
              <a:r>
                <a:rPr lang="zh-CN" altLang="en-US" sz="1600" b="1" dirty="0" smtClean="0"/>
                <a:t>（</a:t>
              </a:r>
              <a:r>
                <a:rPr lang="en-US" altLang="zh-CN" sz="1600" b="1" dirty="0" smtClean="0"/>
                <a:t>8</a:t>
              </a:r>
              <a:r>
                <a:rPr lang="zh-CN" altLang="en-US" sz="1600" b="1" dirty="0" smtClean="0"/>
                <a:t>种配色）</a:t>
              </a:r>
              <a:endParaRPr lang="zh-CN" altLang="en-US" sz="1600" b="1" dirty="0"/>
            </a:p>
          </p:txBody>
        </p:sp>
        <p:sp>
          <p:nvSpPr>
            <p:cNvPr id="29" name="TextBox 28"/>
            <p:cNvSpPr txBox="1"/>
            <p:nvPr userDrawn="1"/>
          </p:nvSpPr>
          <p:spPr>
            <a:xfrm>
              <a:off x="1305749" y="1916832"/>
              <a:ext cx="889987" cy="2779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文字与背景</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0" name="TextBox 29"/>
            <p:cNvSpPr txBox="1"/>
            <p:nvPr userDrawn="1"/>
          </p:nvSpPr>
          <p:spPr>
            <a:xfrm>
              <a:off x="3555616"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常用色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1" name="TextBox 30"/>
            <p:cNvSpPr txBox="1"/>
            <p:nvPr userDrawn="1"/>
          </p:nvSpPr>
          <p:spPr>
            <a:xfrm>
              <a:off x="5707120"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辅助色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2" name="TextBox 31"/>
            <p:cNvSpPr txBox="1"/>
            <p:nvPr userDrawn="1"/>
          </p:nvSpPr>
          <p:spPr>
            <a:xfrm>
              <a:off x="7729242" y="1916832"/>
              <a:ext cx="588623"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链接色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33" name="直接连接符 32"/>
            <p:cNvCxnSpPr>
              <a:stCxn id="11" idx="7"/>
              <a:endCxn id="11" idx="3"/>
            </p:cNvCxnSpPr>
            <p:nvPr userDrawn="1"/>
          </p:nvCxnSpPr>
          <p:spPr>
            <a:xfrm flipH="1">
              <a:off x="54213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4" name="直接连接符 33"/>
            <p:cNvCxnSpPr>
              <a:stCxn id="12" idx="7"/>
              <a:endCxn id="12" idx="3"/>
            </p:cNvCxnSpPr>
            <p:nvPr userDrawn="1"/>
          </p:nvCxnSpPr>
          <p:spPr>
            <a:xfrm flipH="1">
              <a:off x="124302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5" name="直接连接符 34"/>
            <p:cNvCxnSpPr>
              <a:stCxn id="13" idx="7"/>
              <a:endCxn id="13" idx="3"/>
            </p:cNvCxnSpPr>
            <p:nvPr userDrawn="1"/>
          </p:nvCxnSpPr>
          <p:spPr>
            <a:xfrm flipH="1">
              <a:off x="194391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6" name="直接连接符 35"/>
            <p:cNvCxnSpPr>
              <a:stCxn id="14" idx="7"/>
              <a:endCxn id="14" idx="3"/>
            </p:cNvCxnSpPr>
            <p:nvPr userDrawn="1"/>
          </p:nvCxnSpPr>
          <p:spPr>
            <a:xfrm flipH="1">
              <a:off x="264480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37" name="TextBox 36"/>
            <p:cNvSpPr txBox="1"/>
            <p:nvPr userDrawn="1"/>
          </p:nvSpPr>
          <p:spPr>
            <a:xfrm>
              <a:off x="468314" y="5610918"/>
              <a:ext cx="8203430" cy="770832"/>
            </a:xfrm>
            <a:prstGeom prst="rect">
              <a:avLst/>
            </a:prstGeom>
            <a:solidFill>
              <a:schemeClr val="accent1">
                <a:lumMod val="20000"/>
                <a:lumOff val="80000"/>
                <a:alpha val="27843"/>
              </a:schemeClr>
            </a:solidFill>
            <a:ln w="3175">
              <a:solidFill>
                <a:schemeClr val="bg1">
                  <a:lumMod val="75000"/>
                </a:schemeClr>
              </a:solidFill>
            </a:ln>
          </p:spPr>
          <p:txBody>
            <a:bodyPr wrap="square" rtlCol="0" anchor="ctr">
              <a:noAutofit/>
            </a:bodyPr>
            <a:lstStyle/>
            <a:p>
              <a:pPr>
                <a:lnSpc>
                  <a:spcPct val="120000"/>
                </a:lnSpc>
              </a:pPr>
              <a:r>
                <a:rPr lang="zh-CN" altLang="en-US"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配色规则：</a:t>
              </a:r>
              <a:endParaRPr lang="en-US" altLang="zh-CN"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通常情况下，配色方案中的前四种色彩文</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“字与背景色”固定不变。常用色与模板</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/logo/</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企业标准色一致。辅助色可根据对色彩的要求进行调整。链接色可根据需求进行调整。</a:t>
              </a:r>
              <a:endPar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配色方案的编辑：</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07/10</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菜单中 </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颜色</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中修改；</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03</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格式</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幻灯片设计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 </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endPar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38" name="椭圆 37"/>
            <p:cNvSpPr/>
            <p:nvPr userDrawn="1"/>
          </p:nvSpPr>
          <p:spPr bwMode="auto">
            <a:xfrm>
              <a:off x="468313" y="377881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9" name="椭圆 38"/>
            <p:cNvSpPr/>
            <p:nvPr userDrawn="1"/>
          </p:nvSpPr>
          <p:spPr bwMode="auto">
            <a:xfrm>
              <a:off x="1169203" y="377881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0" name="椭圆 39"/>
            <p:cNvSpPr/>
            <p:nvPr userDrawn="1"/>
          </p:nvSpPr>
          <p:spPr bwMode="auto">
            <a:xfrm>
              <a:off x="1870093" y="377881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1" name="椭圆 40"/>
            <p:cNvSpPr/>
            <p:nvPr userDrawn="1"/>
          </p:nvSpPr>
          <p:spPr bwMode="auto">
            <a:xfrm>
              <a:off x="2570983" y="377881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42" name="直接连接符 41"/>
            <p:cNvCxnSpPr>
              <a:stCxn id="38" idx="7"/>
              <a:endCxn id="38" idx="3"/>
            </p:cNvCxnSpPr>
            <p:nvPr userDrawn="1"/>
          </p:nvCxnSpPr>
          <p:spPr>
            <a:xfrm flipH="1">
              <a:off x="54213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3" name="直接连接符 42"/>
            <p:cNvCxnSpPr>
              <a:stCxn id="39" idx="7"/>
              <a:endCxn id="39" idx="3"/>
            </p:cNvCxnSpPr>
            <p:nvPr userDrawn="1"/>
          </p:nvCxnSpPr>
          <p:spPr>
            <a:xfrm flipH="1">
              <a:off x="124302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4" name="直接连接符 43"/>
            <p:cNvCxnSpPr>
              <a:stCxn id="40" idx="7"/>
              <a:endCxn id="40" idx="3"/>
            </p:cNvCxnSpPr>
            <p:nvPr userDrawn="1"/>
          </p:nvCxnSpPr>
          <p:spPr>
            <a:xfrm flipH="1">
              <a:off x="194391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5" name="直接连接符 44"/>
            <p:cNvCxnSpPr>
              <a:stCxn id="41" idx="7"/>
              <a:endCxn id="41" idx="3"/>
            </p:cNvCxnSpPr>
            <p:nvPr userDrawn="1"/>
          </p:nvCxnSpPr>
          <p:spPr>
            <a:xfrm flipH="1">
              <a:off x="264480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46" name="椭圆 45"/>
            <p:cNvSpPr/>
            <p:nvPr userDrawn="1"/>
          </p:nvSpPr>
          <p:spPr bwMode="auto">
            <a:xfrm>
              <a:off x="3271873" y="377881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7" name="椭圆 46"/>
            <p:cNvSpPr/>
            <p:nvPr userDrawn="1"/>
          </p:nvSpPr>
          <p:spPr bwMode="auto">
            <a:xfrm>
              <a:off x="3972763" y="377881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8" name="椭圆 47"/>
            <p:cNvSpPr/>
            <p:nvPr userDrawn="1"/>
          </p:nvSpPr>
          <p:spPr bwMode="auto">
            <a:xfrm>
              <a:off x="7477213" y="377881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9" name="椭圆 48"/>
            <p:cNvSpPr/>
            <p:nvPr userDrawn="1"/>
          </p:nvSpPr>
          <p:spPr bwMode="auto">
            <a:xfrm>
              <a:off x="8178102" y="377881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9" name="内容占位符 4"/>
            <p:cNvSpPr txBox="1"/>
            <p:nvPr userDrawn="1"/>
          </p:nvSpPr>
          <p:spPr>
            <a:xfrm>
              <a:off x="468314" y="1227376"/>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600" b="1" dirty="0" smtClean="0">
                  <a:solidFill>
                    <a:schemeClr val="bg1">
                      <a:lumMod val="50000"/>
                    </a:schemeClr>
                  </a:solidFill>
                </a:rPr>
                <a:t>2007/2010</a:t>
              </a:r>
              <a:r>
                <a:rPr lang="zh-CN" altLang="en-US" sz="1600" b="1" dirty="0" smtClean="0">
                  <a:solidFill>
                    <a:schemeClr val="bg1">
                      <a:lumMod val="50000"/>
                    </a:schemeClr>
                  </a:solidFill>
                </a:rPr>
                <a:t>版本配色方案 </a:t>
              </a:r>
              <a:r>
                <a:rPr lang="zh-CN" altLang="en-US" sz="1600" b="1" dirty="0" smtClean="0"/>
                <a:t>（</a:t>
              </a:r>
              <a:r>
                <a:rPr lang="en-US" altLang="zh-CN" sz="1600" b="1" dirty="0" smtClean="0"/>
                <a:t>12</a:t>
              </a:r>
              <a:r>
                <a:rPr lang="zh-CN" altLang="en-US" sz="1600" b="1" dirty="0" smtClean="0"/>
                <a:t>种配色）</a:t>
              </a:r>
              <a:endParaRPr lang="zh-CN" altLang="en-US" sz="1600" b="1" dirty="0"/>
            </a:p>
          </p:txBody>
        </p:sp>
      </p:grpSp>
      <p:sp>
        <p:nvSpPr>
          <p:cNvPr id="3" name="标题 2"/>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23"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14659" r="33230" b="6423"/>
          <a:stretch>
            <a:fillRect/>
          </a:stretch>
        </p:blipFill>
        <p:spPr bwMode="auto">
          <a:xfrm>
            <a:off x="3851921" y="0"/>
            <a:ext cx="529208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13" name="Rectangle 5">
            <a:hlinkClick r:id="rId3"/>
          </p:cNvPr>
          <p:cNvSpPr txBox="1">
            <a:spLocks noChangeArrowheads="1"/>
          </p:cNvSpPr>
          <p:nvPr userDrawn="1"/>
        </p:nvSpPr>
        <p:spPr bwMode="gray">
          <a:xfrm>
            <a:off x="0" y="5886624"/>
            <a:ext cx="3347367" cy="504527"/>
          </a:xfrm>
          <a:prstGeom prst="rect">
            <a:avLst/>
          </a:prstGeom>
          <a:gradFill flip="none" rotWithShape="1">
            <a:gsLst>
              <a:gs pos="100000">
                <a:schemeClr val="bg1">
                  <a:alpha val="49000"/>
                </a:schemeClr>
              </a:gs>
              <a:gs pos="0">
                <a:schemeClr val="accent1">
                  <a:tint val="23500"/>
                  <a:satMod val="160000"/>
                  <a:alpha val="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355600" indent="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8575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285750"/>
            <a:ext cx="77724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858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858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78867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28650" y="4076700"/>
            <a:ext cx="78867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日期占位符 3"/>
          <p:cNvSpPr>
            <a:spLocks noGrp="1"/>
          </p:cNvSpPr>
          <p:nvPr>
            <p:ph type="dt" sz="half" idx="10"/>
          </p:nvPr>
        </p:nvSpPr>
        <p:spPr/>
        <p:txBody>
          <a:bodyPr/>
          <a:p>
            <a:pPr lvl="0">
              <a:buNone/>
            </a:pPr>
            <a:endParaRPr dirty="0">
              <a:latin typeface="Times New Roman" panose="02020603050405020304" pitchFamily="18" charset="0"/>
            </a:endParaRPr>
          </a:p>
        </p:txBody>
      </p:sp>
      <p:sp>
        <p:nvSpPr>
          <p:cNvPr id="5" name="灯片编号占位符 4"/>
          <p:cNvSpPr>
            <a:spLocks noGrp="1"/>
          </p:cNvSpPr>
          <p:nvPr>
            <p:ph type="sldNum" sz="quarter" idx="11"/>
          </p:nvPr>
        </p:nvSpPr>
        <p:spPr/>
        <p:txBody>
          <a:bodyPr/>
          <a:p>
            <a:pPr lvl="0">
              <a:buNone/>
            </a:pPr>
            <a:fld id="{9A0DB2DC-4C9A-4742-B13C-FB6460FD3503}" type="slidenum">
              <a:rPr lang="en-US" dirty="0">
                <a:latin typeface="Times New Roman" panose="02020603050405020304" pitchFamily="18" charset="0"/>
              </a:rPr>
            </a:fld>
            <a:endParaRPr 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3.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6" name="Picture 5" descr="E:\PAT 图片资源素材\PPT\待整理\精选 0 (13).jpg"/>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rcRect t="5074" r="20205" b="3263"/>
          <a:stretch>
            <a:fillRect/>
          </a:stretch>
        </p:blipFill>
        <p:spPr bwMode="auto">
          <a:xfrm rot="10800000" flipH="1" flipV="1">
            <a:off x="5353149" y="765173"/>
            <a:ext cx="3790851" cy="609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梯形 34"/>
          <p:cNvSpPr/>
          <p:nvPr userDrawn="1"/>
        </p:nvSpPr>
        <p:spPr bwMode="auto">
          <a:xfrm rot="16200000">
            <a:off x="4178903" y="-4199923"/>
            <a:ext cx="786193" cy="9144000"/>
          </a:xfrm>
          <a:prstGeom prst="trapezoid">
            <a:avLst>
              <a:gd name="adj" fmla="val 0"/>
            </a:avLst>
          </a:prstGeom>
          <a:gradFill flip="none" rotWithShape="1">
            <a:gsLst>
              <a:gs pos="73000">
                <a:srgbClr val="FFFF00">
                  <a:lumMod val="0"/>
                  <a:lumOff val="100000"/>
                  <a:alpha val="47000"/>
                </a:srgbClr>
              </a:gs>
              <a:gs pos="90000">
                <a:srgbClr val="039ABD">
                  <a:alpha val="12000"/>
                </a:srgbClr>
              </a:gs>
              <a:gs pos="100000">
                <a:srgbClr val="92D050">
                  <a:lumMod val="0"/>
                  <a:alpha val="0"/>
                </a:srgbClr>
              </a:gs>
              <a:gs pos="47000">
                <a:srgbClr val="92D050">
                  <a:alpha val="0"/>
                </a:srgbClr>
              </a:gs>
              <a:gs pos="9000">
                <a:srgbClr val="FFC000">
                  <a:alpha val="59000"/>
                </a:srgbClr>
              </a:gs>
            </a:gsLst>
            <a:lin ang="5400000" scaled="0"/>
            <a:tileRect/>
          </a:gradFill>
          <a:ln>
            <a:noFill/>
          </a:ln>
          <a:effectLst>
            <a:outerShdw blurRad="381000" dist="114300" dir="5400000" algn="t" rotWithShape="0">
              <a:prstClr val="black">
                <a:alpha val="40000"/>
              </a:prstClr>
            </a:outerShdw>
          </a:effectLst>
        </p:spPr>
        <p:txBody>
          <a:bodyPr vert="horz" wrap="square" lIns="91440" tIns="45720" rIns="91440" bIns="45720" numCol="1" rtlCol="0" anchor="t" anchorCtr="0" compatLnSpc="1"/>
          <a:lstStyle/>
          <a:p>
            <a:pPr algn="ctr"/>
            <a:endParaRPr lang="zh-CN" altLang="en-US"/>
          </a:p>
        </p:txBody>
      </p:sp>
      <p:sp>
        <p:nvSpPr>
          <p:cNvPr id="15" name="矩形 14"/>
          <p:cNvSpPr/>
          <p:nvPr userDrawn="1"/>
        </p:nvSpPr>
        <p:spPr bwMode="auto">
          <a:xfrm>
            <a:off x="0" y="765175"/>
            <a:ext cx="8675688" cy="5616575"/>
          </a:xfrm>
          <a:prstGeom prst="rect">
            <a:avLst/>
          </a:prstGeom>
          <a:solidFill>
            <a:schemeClr val="bg1">
              <a:alpha val="90000"/>
            </a:schemeClr>
          </a:solidFill>
          <a:ln>
            <a:noFill/>
          </a:ln>
        </p:spPr>
        <p:txBody>
          <a:bodyPr vert="horz" wrap="square" lIns="91440" tIns="45720" rIns="91440" bIns="45720" numCol="1" rtlCol="0" anchor="t" anchorCtr="0" compatLnSpc="1"/>
          <a:lstStyle/>
          <a:p>
            <a:pPr algn="ctr"/>
            <a:endParaRPr lang="zh-CN" altLang="en-US"/>
          </a:p>
        </p:txBody>
      </p:sp>
      <p:sp>
        <p:nvSpPr>
          <p:cNvPr id="5" name="页脚占位符 4"/>
          <p:cNvSpPr>
            <a:spLocks noGrp="1"/>
          </p:cNvSpPr>
          <p:nvPr>
            <p:ph type="ftr" sz="quarter" idx="3"/>
          </p:nvPr>
        </p:nvSpPr>
        <p:spPr>
          <a:xfrm>
            <a:off x="3124200" y="6453188"/>
            <a:ext cx="2895600" cy="268287"/>
          </a:xfrm>
          <a:prstGeom prst="rect">
            <a:avLst/>
          </a:prstGeom>
          <a:solidFill>
            <a:srgbClr val="FFFFFF">
              <a:alpha val="69804"/>
            </a:srgbClr>
          </a:solidFill>
        </p:spPr>
        <p:txBody>
          <a:bodyPr vert="horz" lIns="91440" tIns="45720" rIns="91440" bIns="45720" rtlCol="0" anchor="ctr"/>
          <a:lstStyle>
            <a:lvl1pPr algn="ctr">
              <a:defRPr sz="900">
                <a:solidFill>
                  <a:schemeClr val="tx1"/>
                </a:solidFill>
                <a:latin typeface="Arial" panose="020B0604020202020204" pitchFamily="34" charset="0"/>
                <a:cs typeface="Arial" panose="020B0604020202020204" pitchFamily="34" charset="0"/>
              </a:defRPr>
            </a:lvl1pPr>
          </a:lstStyle>
          <a:p>
            <a:endParaRPr lang="zh-CN" altLang="en-US" dirty="0"/>
          </a:p>
        </p:txBody>
      </p:sp>
      <p:sp>
        <p:nvSpPr>
          <p:cNvPr id="14" name="文本占位符 13"/>
          <p:cNvSpPr>
            <a:spLocks noGrp="1"/>
          </p:cNvSpPr>
          <p:nvPr>
            <p:ph type="body" idx="1"/>
          </p:nvPr>
        </p:nvSpPr>
        <p:spPr>
          <a:xfrm flipH="1">
            <a:off x="468313" y="981076"/>
            <a:ext cx="8207375" cy="5400674"/>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10"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a:endParaRPr lang="en-US" altLang="zh-CN" sz="1100" dirty="0">
              <a:solidFill>
                <a:schemeClr val="tx1"/>
              </a:solidFill>
              <a:cs typeface="Arial" panose="020B0604020202020204" pitchFamily="34" charset="0"/>
            </a:endParaRPr>
          </a:p>
        </p:txBody>
      </p:sp>
      <p:sp>
        <p:nvSpPr>
          <p:cNvPr id="7" name="日期占位符 6"/>
          <p:cNvSpPr>
            <a:spLocks noGrp="1"/>
          </p:cNvSpPr>
          <p:nvPr>
            <p:ph type="dt" sz="half" idx="2"/>
          </p:nvPr>
        </p:nvSpPr>
        <p:spPr>
          <a:xfrm>
            <a:off x="6530976" y="6453188"/>
            <a:ext cx="2133600" cy="268287"/>
          </a:xfrm>
          <a:prstGeom prst="rect">
            <a:avLst/>
          </a:prstGeom>
          <a:solidFill>
            <a:srgbClr val="FFFFFF">
              <a:alpha val="69804"/>
            </a:srgbClr>
          </a:solidFill>
        </p:spPr>
        <p:txBody>
          <a:bodyPr vert="horz" lIns="91440" tIns="45720" rIns="91440" bIns="45720" rtlCol="0" anchor="ctr"/>
          <a:lstStyle>
            <a:lvl1pPr algn="r">
              <a:defRPr sz="900">
                <a:solidFill>
                  <a:schemeClr val="tx1"/>
                </a:solidFill>
              </a:defRPr>
            </a:lvl1pPr>
          </a:lstStyle>
          <a:p>
            <a:endParaRPr lang="zh-CN" altLang="en-US"/>
          </a:p>
        </p:txBody>
      </p:sp>
      <p:sp>
        <p:nvSpPr>
          <p:cNvPr id="6" name="灯片编号占位符 5"/>
          <p:cNvSpPr>
            <a:spLocks noGrp="1"/>
          </p:cNvSpPr>
          <p:nvPr>
            <p:ph type="sldNum" sz="quarter" idx="4"/>
          </p:nvPr>
        </p:nvSpPr>
        <p:spPr>
          <a:xfrm>
            <a:off x="468313" y="6453188"/>
            <a:ext cx="1007343" cy="268287"/>
          </a:xfrm>
          <a:prstGeom prst="rect">
            <a:avLst/>
          </a:prstGeom>
          <a:noFill/>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r>
              <a:rPr lang="en-US" altLang="zh-CN" smtClean="0"/>
              <a:t>P</a:t>
            </a:r>
            <a:fld id="{62DCC93C-90AC-48A1-9D9E-CBAB17A91522}" type="slidenum">
              <a:rPr lang="zh-CN" altLang="en-US" smtClean="0"/>
            </a:fld>
            <a:endParaRPr lang="zh-CN" altLang="en-US" dirty="0"/>
          </a:p>
        </p:txBody>
      </p:sp>
      <p:pic>
        <p:nvPicPr>
          <p:cNvPr id="27" name="Picture 2"/>
          <p:cNvPicPr>
            <a:picLocks noChangeAspect="1" noChangeArrowheads="1"/>
          </p:cNvPicPr>
          <p:nvPr userDrawn="1"/>
        </p:nvPicPr>
        <p:blipFill rotWithShape="1">
          <a:blip r:embed="rId13"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2"/>
          <p:cNvPicPr>
            <a:picLocks noChangeAspect="1" noChangeArrowheads="1"/>
          </p:cNvPicPr>
          <p:nvPr userDrawn="1"/>
        </p:nvPicPr>
        <p:blipFill rotWithShape="1">
          <a:blip r:embed="rId13" cstate="print">
            <a:extLst>
              <a:ext uri="{28A0092B-C50C-407E-A947-70E740481C1C}">
                <a14:useLocalDpi xmlns:a14="http://schemas.microsoft.com/office/drawing/2010/main" val="0"/>
              </a:ext>
            </a:extLst>
          </a:blip>
          <a:stretch>
            <a:fillRect/>
          </a:stretch>
        </p:blipFill>
        <p:spPr bwMode="auto">
          <a:xfrm>
            <a:off x="0" y="765968"/>
            <a:ext cx="8666164" cy="12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标题占位符 12"/>
          <p:cNvSpPr>
            <a:spLocks noGrp="1"/>
          </p:cNvSpPr>
          <p:nvPr>
            <p:ph type="title"/>
          </p:nvPr>
        </p:nvSpPr>
        <p:spPr>
          <a:xfrm>
            <a:off x="477838" y="188641"/>
            <a:ext cx="7078190" cy="349250"/>
          </a:xfrm>
          <a:prstGeom prst="rect">
            <a:avLst/>
          </a:prstGeom>
        </p:spPr>
        <p:txBody>
          <a:bodyPr vert="horz" lIns="91440" tIns="45720" rIns="91440" bIns="45720" rtlCol="0" anchor="ctr">
            <a:noAutofit/>
          </a:bodyPr>
          <a:lstStyle/>
          <a:p>
            <a:r>
              <a:rPr lang="zh-CN" altLang="en-US" dirty="0" smtClean="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defTabSz="914400" rtl="0" eaLnBrk="1" latinLnBrk="0" hangingPunct="1">
        <a:spcBef>
          <a:spcPct val="0"/>
        </a:spcBef>
        <a:buNone/>
        <a:defRPr sz="2800" b="1" kern="1200">
          <a:solidFill>
            <a:schemeClr val="tx1"/>
          </a:solidFill>
          <a:latin typeface="+mn-lt"/>
          <a:ea typeface="+mj-ea"/>
          <a:cs typeface="+mj-cs"/>
        </a:defRPr>
      </a:lvl1pPr>
    </p:titleStyle>
    <p:body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0.wmf"/><Relationship Id="rId1" Type="http://schemas.openxmlformats.org/officeDocument/2006/relationships/oleObject" Target="../embeddings/oleObject6.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26390" y="2209165"/>
            <a:ext cx="4479925" cy="639445"/>
          </a:xfrm>
        </p:spPr>
        <p:txBody>
          <a:bodyPr>
            <a:noAutofit/>
          </a:bodyPr>
          <a:lstStyle/>
          <a:p>
            <a:pPr marL="342900" lvl="0" indent="-342900" fontAlgn="base">
              <a:lnSpc>
                <a:spcPct val="110000"/>
              </a:lnSpc>
              <a:spcAft>
                <a:spcPct val="0"/>
              </a:spcAft>
            </a:pPr>
            <a:r>
              <a:rPr lang="zh-CN" altLang="en-US" sz="4000" b="0" u="none" kern="0" dirty="0">
                <a:solidFill>
                  <a:srgbClr val="000000"/>
                </a:solidFill>
                <a:latin typeface="Arial" panose="020B0604020202020204" pitchFamily="34" charset="0"/>
                <a:ea typeface="微软雅黑" panose="020B0503020204020204" pitchFamily="34" charset="-122"/>
              </a:rPr>
              <a:t>面向对象程序设计</a:t>
            </a:r>
            <a:endParaRPr lang="zh-CN" altLang="en-US" sz="4000" b="0" u="none" kern="0" dirty="0">
              <a:solidFill>
                <a:srgbClr val="000000"/>
              </a:solidFill>
              <a:latin typeface="Arial" panose="020B0604020202020204" pitchFamily="34" charset="0"/>
              <a:ea typeface="微软雅黑" panose="020B0503020204020204" pitchFamily="34" charset="-122"/>
            </a:endParaRPr>
          </a:p>
        </p:txBody>
      </p:sp>
      <p:sp>
        <p:nvSpPr>
          <p:cNvPr id="3" name="副标题 2"/>
          <p:cNvSpPr>
            <a:spLocks noGrp="1"/>
          </p:cNvSpPr>
          <p:nvPr>
            <p:ph type="subTitle" idx="1"/>
          </p:nvPr>
        </p:nvSpPr>
        <p:spPr>
          <a:xfrm>
            <a:off x="772160" y="3084830"/>
            <a:ext cx="3589020" cy="1221105"/>
          </a:xfrm>
        </p:spPr>
        <p:txBody>
          <a:bodyPr>
            <a:noAutofit/>
          </a:bodyPr>
          <a:lstStyle/>
          <a:p>
            <a:r>
              <a:rPr lang="zh-CN" altLang="en-US" sz="2800" u="none" dirty="0" smtClean="0">
                <a:solidFill>
                  <a:srgbClr val="000000"/>
                </a:solidFill>
                <a:latin typeface="微软雅黑" panose="020B0503020204020204" pitchFamily="34" charset="-122"/>
              </a:rPr>
              <a:t>第</a:t>
            </a:r>
            <a:r>
              <a:rPr lang="en-US" altLang="zh-CN" sz="2800" u="none" dirty="0" smtClean="0">
                <a:solidFill>
                  <a:srgbClr val="000000"/>
                </a:solidFill>
                <a:latin typeface="微软雅黑" panose="020B0503020204020204" pitchFamily="34" charset="-122"/>
              </a:rPr>
              <a:t>11</a:t>
            </a:r>
            <a:r>
              <a:rPr lang="zh-CN" altLang="en-US" sz="2800" u="none" dirty="0" smtClean="0">
                <a:solidFill>
                  <a:srgbClr val="000000"/>
                </a:solidFill>
                <a:latin typeface="微软雅黑" panose="020B0503020204020204" pitchFamily="34" charset="-122"/>
              </a:rPr>
              <a:t>章 （</a:t>
            </a:r>
            <a:r>
              <a:rPr lang="en-US" altLang="zh-CN" sz="2800" u="none" dirty="0" smtClean="0">
                <a:solidFill>
                  <a:srgbClr val="000000"/>
                </a:solidFill>
                <a:latin typeface="微软雅黑" panose="020B0503020204020204" pitchFamily="34" charset="-122"/>
              </a:rPr>
              <a:t>2</a:t>
            </a:r>
            <a:r>
              <a:rPr lang="zh-CN" altLang="en-US" sz="2800" u="none" dirty="0" smtClean="0">
                <a:solidFill>
                  <a:srgbClr val="000000"/>
                </a:solidFill>
                <a:latin typeface="微软雅黑" panose="020B0503020204020204" pitchFamily="34" charset="-122"/>
              </a:rPr>
              <a:t>）</a:t>
            </a:r>
            <a:endParaRPr lang="zh-CN" altLang="en-US" sz="2800" u="none" dirty="0" smtClean="0">
              <a:solidFill>
                <a:srgbClr val="000000"/>
              </a:solidFill>
              <a:latin typeface="微软雅黑" panose="020B0503020204020204" pitchFamily="34" charset="-122"/>
            </a:endParaRPr>
          </a:p>
        </p:txBody>
      </p:sp>
      <p:sp>
        <p:nvSpPr>
          <p:cNvPr id="5" name="矩形 4"/>
          <p:cNvSpPr/>
          <p:nvPr/>
        </p:nvSpPr>
        <p:spPr>
          <a:xfrm>
            <a:off x="8172400" y="16351"/>
            <a:ext cx="648072" cy="230832"/>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Java</a:t>
            </a:r>
            <a:r>
              <a:rPr lang="zh-CN" altLang="en-US"/>
              <a:t>集合类</a:t>
            </a:r>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pic>
        <p:nvPicPr>
          <p:cNvPr id="5" name="图片 4"/>
          <p:cNvPicPr>
            <a:picLocks noChangeAspect="1"/>
          </p:cNvPicPr>
          <p:nvPr/>
        </p:nvPicPr>
        <p:blipFill>
          <a:blip r:embed="rId1"/>
          <a:srcRect t="11557" b="6291"/>
          <a:stretch>
            <a:fillRect/>
          </a:stretch>
        </p:blipFill>
        <p:spPr>
          <a:xfrm>
            <a:off x="0" y="878205"/>
            <a:ext cx="9143365" cy="523557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2"/>
          </p:nvPr>
        </p:nvSpPr>
        <p:spPr/>
        <p:txBody>
          <a:bodyPr/>
          <a:p>
            <a:r>
              <a:rPr lang="en-US" altLang="zh-CN"/>
              <a:t>List 定义一个允许重复项的有序集合</a:t>
            </a:r>
            <a:endParaRPr lang="en-US" altLang="zh-CN"/>
          </a:p>
          <a:p>
            <a:pPr lvl="1">
              <a:buClr>
                <a:srgbClr val="7030A0"/>
              </a:buClr>
            </a:pPr>
            <a:r>
              <a:rPr lang="en-US" altLang="zh-CN"/>
              <a:t>ArrayList   数组实现的List</a:t>
            </a:r>
            <a:r>
              <a:rPr lang="zh-CN" altLang="en-US"/>
              <a:t>，</a:t>
            </a:r>
            <a:r>
              <a:t>查询快，增删慢</a:t>
            </a:r>
          </a:p>
          <a:p>
            <a:pPr lvl="1">
              <a:buClr>
                <a:srgbClr val="7030A0"/>
              </a:buClr>
            </a:pPr>
            <a:r>
              <a:rPr lang="en-US" altLang="zh-CN"/>
              <a:t>LinkedList  </a:t>
            </a:r>
            <a:r>
              <a:rPr lang="zh-CN" altLang="en-US"/>
              <a:t>链表实现的</a:t>
            </a:r>
            <a:r>
              <a:rPr lang="en-US" altLang="zh-CN"/>
              <a:t>L</a:t>
            </a:r>
            <a:r>
              <a:rPr lang="en-US" altLang="zh-CN"/>
              <a:t>ist </a:t>
            </a:r>
            <a:r>
              <a:rPr lang="zh-CN" altLang="en-US"/>
              <a:t>，</a:t>
            </a:r>
            <a:r>
              <a:rPr>
                <a:sym typeface="+mn-ea"/>
              </a:rPr>
              <a:t>查询慢，增删快</a:t>
            </a:r>
            <a:endParaRPr>
              <a:sym typeface="+mn-ea"/>
            </a:endParaRPr>
          </a:p>
          <a:p>
            <a:pPr lvl="1">
              <a:buClr>
                <a:srgbClr val="7030A0"/>
              </a:buClr>
            </a:pPr>
            <a:r>
              <a:rPr lang="en-US" altLang="zh-CN"/>
              <a:t>Vector</a:t>
            </a:r>
            <a:r>
              <a:rPr lang="zh-CN" altLang="en-US">
                <a:sym typeface="+mn-ea"/>
              </a:rPr>
              <a:t> 线程安全</a:t>
            </a:r>
            <a:endParaRPr lang="zh-CN" altLang="en-US">
              <a:sym typeface="+mn-ea"/>
            </a:endParaRPr>
          </a:p>
          <a:p>
            <a:pPr lvl="1">
              <a:buClr>
                <a:srgbClr val="7030A0"/>
              </a:buClr>
            </a:pPr>
            <a:r>
              <a:rPr lang="en-US" altLang="zh-CN">
                <a:sym typeface="+mn-ea"/>
              </a:rPr>
              <a:t>Stack  从Vector派生而来</a:t>
            </a:r>
            <a:r>
              <a:rPr lang="zh-CN" altLang="en-US">
                <a:sym typeface="+mn-ea"/>
              </a:rPr>
              <a:t>，</a:t>
            </a:r>
            <a:r>
              <a:rPr lang="en-US" altLang="zh-CN">
                <a:sym typeface="+mn-ea"/>
              </a:rPr>
              <a:t>实现</a:t>
            </a:r>
            <a:r>
              <a:rPr lang="zh-CN" altLang="en-US">
                <a:sym typeface="+mn-ea"/>
              </a:rPr>
              <a:t>了</a:t>
            </a:r>
            <a:r>
              <a:rPr lang="en-US" altLang="zh-CN">
                <a:sym typeface="+mn-ea"/>
              </a:rPr>
              <a:t>栈</a:t>
            </a:r>
            <a:endParaRPr lang="en-US" altLang="zh-CN">
              <a:sym typeface="+mn-ea"/>
            </a:endParaRPr>
          </a:p>
          <a:p>
            <a:pPr lvl="0"/>
            <a:r>
              <a:rPr lang="zh-CN" altLang="en-US"/>
              <a:t>Set 不包含重复元素、无序</a:t>
            </a:r>
            <a:endParaRPr lang="zh-CN" altLang="en-US"/>
          </a:p>
          <a:p>
            <a:pPr lvl="1">
              <a:buClr>
                <a:srgbClr val="7030A0"/>
              </a:buClr>
            </a:pPr>
            <a:r>
              <a:rPr lang="zh-CN" altLang="en-US"/>
              <a:t>HashSet（无序,唯一）、TreeSet（唯一，有序）</a:t>
            </a:r>
            <a:endParaRPr lang="zh-CN" altLang="en-US"/>
          </a:p>
          <a:p>
            <a:pPr lvl="0"/>
            <a:r>
              <a:rPr lang="zh-CN" altLang="en-US"/>
              <a:t>Map 键值对</a:t>
            </a:r>
            <a:endParaRPr lang="zh-CN" altLang="en-US"/>
          </a:p>
          <a:p>
            <a:pPr lvl="1">
              <a:buClr>
                <a:srgbClr val="7030A0"/>
              </a:buClr>
            </a:pPr>
            <a:r>
              <a:rPr lang="zh-CN" altLang="en-US"/>
              <a:t>HashTable（线程安全）、HashMap 、 TreeMap </a:t>
            </a:r>
            <a:endParaRPr lang="zh-CN" altLang="en-US"/>
          </a:p>
          <a:p>
            <a:pPr lvl="0">
              <a:buClr>
                <a:srgbClr val="7030A0"/>
              </a:buClr>
            </a:pPr>
            <a:r>
              <a:rPr lang="en-US" altLang="zh-CN"/>
              <a:t>Queue </a:t>
            </a:r>
            <a:r>
              <a:rPr lang="zh-CN" altLang="en-US"/>
              <a:t>队列</a:t>
            </a:r>
            <a:r>
              <a:rPr lang="en-US" altLang="zh-CN"/>
              <a:t>  Deque </a:t>
            </a:r>
            <a:r>
              <a:rPr lang="zh-CN" altLang="en-US"/>
              <a:t>双端队列</a:t>
            </a:r>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4035" name="Rectangle 2"/>
          <p:cNvSpPr>
            <a:spLocks noGrp="1"/>
          </p:cNvSpPr>
          <p:nvPr>
            <p:ph type="title"/>
          </p:nvPr>
        </p:nvSpPr>
        <p:spPr>
          <a:xfrm>
            <a:off x="125730" y="0"/>
            <a:ext cx="7772400" cy="762000"/>
          </a:xfrm>
        </p:spPr>
        <p:txBody>
          <a:bodyPr vert="horz" wrap="square" lIns="92075" tIns="46038" rIns="92075" bIns="46038" anchor="ctr"/>
          <a:lstStyle/>
          <a:p>
            <a:r>
              <a:rPr lang="en-US" altLang="zh-CN" b="0" dirty="0">
                <a:ea typeface="宋体" panose="02010600030101010101" pitchFamily="2" charset="-122"/>
              </a:rPr>
              <a:t>ArrayList</a:t>
            </a:r>
            <a:r>
              <a:rPr lang="zh-CN" altLang="en-US" b="0" dirty="0">
                <a:ea typeface="宋体" panose="02010600030101010101" pitchFamily="2" charset="-122"/>
              </a:rPr>
              <a:t>类</a:t>
            </a:r>
            <a:endParaRPr lang="zh-CN" altLang="en-US" b="0" dirty="0">
              <a:ea typeface="宋体" panose="02010600030101010101" pitchFamily="2" charset="-122"/>
            </a:endParaRPr>
          </a:p>
        </p:txBody>
      </p:sp>
      <p:sp>
        <p:nvSpPr>
          <p:cNvPr id="44037" name="Rectangle 5"/>
          <p:cNvSpPr/>
          <p:nvPr/>
        </p:nvSpPr>
        <p:spPr>
          <a:xfrm>
            <a:off x="1643063" y="3062288"/>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4038" name="Rectangle 7"/>
          <p:cNvSpPr/>
          <p:nvPr/>
        </p:nvSpPr>
        <p:spPr>
          <a:xfrm>
            <a:off x="0" y="2262188"/>
            <a:ext cx="9144000" cy="0"/>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44040" name="Object 8"/>
          <p:cNvGraphicFramePr>
            <a:graphicFrameLocks noChangeAspect="1"/>
          </p:cNvGraphicFramePr>
          <p:nvPr/>
        </p:nvGraphicFramePr>
        <p:xfrm>
          <a:off x="942340" y="1742123"/>
          <a:ext cx="7391400" cy="4206875"/>
        </p:xfrm>
        <a:graphic>
          <a:graphicData uri="http://schemas.openxmlformats.org/presentationml/2006/ole">
            <mc:AlternateContent xmlns:mc="http://schemas.openxmlformats.org/markup-compatibility/2006">
              <mc:Choice xmlns:v="urn:schemas-microsoft-com:vml" Requires="v">
                <p:oleObj spid="_x0000_s3083" name="" r:id="rId1" imgW="4267200" imgH="2425700" progId="Word.Picture.8">
                  <p:embed/>
                </p:oleObj>
              </mc:Choice>
              <mc:Fallback>
                <p:oleObj name="" r:id="rId1" imgW="4267200" imgH="2425700" progId="Word.Picture.8">
                  <p:embed/>
                  <p:pic>
                    <p:nvPicPr>
                      <p:cNvPr id="0" name="图片 3082"/>
                      <p:cNvPicPr/>
                      <p:nvPr/>
                    </p:nvPicPr>
                    <p:blipFill>
                      <a:blip r:embed="rId2"/>
                      <a:stretch>
                        <a:fillRect/>
                      </a:stretch>
                    </p:blipFill>
                    <p:spPr>
                      <a:xfrm>
                        <a:off x="942340" y="1742123"/>
                        <a:ext cx="7391400" cy="420687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vert="horz" wrap="square" lIns="92075" tIns="46038" rIns="92075" bIns="46038" anchor="ctr"/>
          <a:lstStyle/>
          <a:p>
            <a:endParaRPr lang="zh-CN" altLang="en-US" dirty="0">
              <a:ea typeface="宋体" panose="02010600030101010101" pitchFamily="2" charset="-122"/>
            </a:endParaRPr>
          </a:p>
        </p:txBody>
      </p:sp>
      <p:sp>
        <p:nvSpPr>
          <p:cNvPr id="45059" name="内容占位符 2"/>
          <p:cNvSpPr>
            <a:spLocks noGrp="1"/>
          </p:cNvSpPr>
          <p:nvPr>
            <p:ph idx="1"/>
          </p:nvPr>
        </p:nvSpPr>
        <p:spPr>
          <a:xfrm flipH="1">
            <a:off x="468630" y="981075"/>
            <a:ext cx="8207375" cy="657860"/>
          </a:xfrm>
        </p:spPr>
        <p:txBody>
          <a:bodyPr vert="horz" wrap="square" lIns="92075" tIns="46038" rIns="92075" bIns="46038" anchor="t"/>
          <a:lstStyle/>
          <a:p>
            <a:r>
              <a:rPr lang="en-US" altLang="zh-CN" sz="2400" dirty="0">
                <a:ea typeface="宋体" panose="02010600030101010101" pitchFamily="2" charset="-122"/>
              </a:rPr>
              <a:t>ArrayList</a:t>
            </a:r>
            <a:r>
              <a:rPr lang="zh-CN" altLang="en-US" sz="2400" dirty="0">
                <a:ea typeface="宋体" panose="02010600030101010101" pitchFamily="2" charset="-122"/>
              </a:rPr>
              <a:t>是泛型类</a:t>
            </a:r>
            <a:endParaRPr lang="en-US" altLang="zh-CN" sz="2400" dirty="0">
              <a:ea typeface="宋体" panose="02010600030101010101" pitchFamily="2" charset="-122"/>
            </a:endParaRPr>
          </a:p>
          <a:p>
            <a:endParaRPr lang="zh-CN" altLang="en-US" sz="2400" dirty="0">
              <a:ea typeface="宋体" panose="02010600030101010101" pitchFamily="2" charset="-122"/>
            </a:endParaRPr>
          </a:p>
        </p:txBody>
      </p:sp>
      <p:sp>
        <p:nvSpPr>
          <p:cNvPr id="45060" name="灯片编号占位符 3"/>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5065" name="Rectangle 9"/>
          <p:cNvSpPr/>
          <p:nvPr/>
        </p:nvSpPr>
        <p:spPr>
          <a:xfrm>
            <a:off x="952500" y="1690370"/>
            <a:ext cx="5857240" cy="462915"/>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40000"/>
              </a:spcBef>
              <a:spcAft>
                <a:spcPts val="1200"/>
              </a:spcAft>
              <a:buNone/>
            </a:pPr>
            <a:r>
              <a:rPr lang="en-US" altLang="en-US" sz="2000" dirty="0">
                <a:solidFill>
                  <a:schemeClr val="tx1"/>
                </a:solidFill>
              </a:rPr>
              <a:t>ArrayList&lt;String&gt; cities = </a:t>
            </a:r>
            <a:r>
              <a:rPr lang="en-US" altLang="en-US" sz="2000" b="1" dirty="0">
                <a:solidFill>
                  <a:schemeClr val="tx1"/>
                </a:solidFill>
              </a:rPr>
              <a:t>new</a:t>
            </a:r>
            <a:r>
              <a:rPr lang="en-US" altLang="en-US" sz="2000" dirty="0">
                <a:solidFill>
                  <a:schemeClr val="tx1"/>
                </a:solidFill>
              </a:rPr>
              <a:t> ArrayList&lt;String&gt;();</a:t>
            </a:r>
            <a:endParaRPr lang="en-US" altLang="en-US" sz="2000" dirty="0">
              <a:solidFill>
                <a:schemeClr val="tx1"/>
              </a:solidFill>
            </a:endParaRPr>
          </a:p>
        </p:txBody>
      </p:sp>
      <p:sp>
        <p:nvSpPr>
          <p:cNvPr id="45067" name="Rectangle 11"/>
          <p:cNvSpPr/>
          <p:nvPr/>
        </p:nvSpPr>
        <p:spPr>
          <a:xfrm>
            <a:off x="952500" y="2333625"/>
            <a:ext cx="5307330" cy="42037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40000"/>
              </a:spcBef>
              <a:spcAft>
                <a:spcPts val="1200"/>
              </a:spcAft>
              <a:buNone/>
            </a:pPr>
            <a:r>
              <a:rPr lang="en-US" altLang="en-US" sz="2000" dirty="0">
                <a:solidFill>
                  <a:schemeClr val="tx1"/>
                </a:solidFill>
              </a:rPr>
              <a:t>ArrayList&lt;String&gt; cities = </a:t>
            </a:r>
            <a:r>
              <a:rPr lang="en-US" altLang="en-US" sz="2000" b="1" dirty="0">
                <a:solidFill>
                  <a:schemeClr val="tx1"/>
                </a:solidFill>
              </a:rPr>
              <a:t>new</a:t>
            </a:r>
            <a:r>
              <a:rPr lang="en-US" altLang="en-US" sz="2000" dirty="0">
                <a:solidFill>
                  <a:schemeClr val="tx1"/>
                </a:solidFill>
              </a:rPr>
              <a:t> ArrayList&lt;&gt;();</a:t>
            </a:r>
            <a:endParaRPr lang="en-US" altLang="en-US" sz="2000" dirty="0">
              <a:solidFill>
                <a:schemeClr val="tx1"/>
              </a:solidFill>
            </a:endParaRPr>
          </a:p>
        </p:txBody>
      </p:sp>
      <p:graphicFrame>
        <p:nvGraphicFramePr>
          <p:cNvPr id="46089" name="Object 11"/>
          <p:cNvGraphicFramePr>
            <a:graphicFrameLocks noChangeAspect="1"/>
          </p:cNvGraphicFramePr>
          <p:nvPr/>
        </p:nvGraphicFramePr>
        <p:xfrm>
          <a:off x="114935" y="2973705"/>
          <a:ext cx="8915400" cy="3128963"/>
        </p:xfrm>
        <a:graphic>
          <a:graphicData uri="http://schemas.openxmlformats.org/presentationml/2006/ole">
            <mc:AlternateContent xmlns:mc="http://schemas.openxmlformats.org/markup-compatibility/2006">
              <mc:Choice xmlns:v="urn:schemas-microsoft-com:vml" Requires="v">
                <p:oleObj spid="_x0000_s3078" name="" r:id="rId1" imgW="5600700" imgH="1968500" progId="Word.Picture.8">
                  <p:embed/>
                </p:oleObj>
              </mc:Choice>
              <mc:Fallback>
                <p:oleObj name="" r:id="rId1" imgW="5600700" imgH="1968500" progId="Word.Picture.8">
                  <p:embed/>
                  <p:pic>
                    <p:nvPicPr>
                      <p:cNvPr id="0" name="图片 3077"/>
                      <p:cNvPicPr/>
                      <p:nvPr/>
                    </p:nvPicPr>
                    <p:blipFill>
                      <a:blip r:embed="rId2"/>
                      <a:stretch>
                        <a:fillRect/>
                      </a:stretch>
                    </p:blipFill>
                    <p:spPr>
                      <a:xfrm>
                        <a:off x="114935" y="2973705"/>
                        <a:ext cx="8915400" cy="31289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
        <p:nvSpPr>
          <p:cNvPr id="47108" name="Rectangle 3"/>
          <p:cNvSpPr>
            <a:spLocks noGrp="1"/>
          </p:cNvSpPr>
          <p:nvPr>
            <p:ph idx="1"/>
          </p:nvPr>
        </p:nvSpPr>
        <p:spPr>
          <a:xfrm>
            <a:off x="152400" y="870585"/>
            <a:ext cx="8839200" cy="5730240"/>
          </a:xfrm>
        </p:spPr>
        <p:txBody>
          <a:bodyPr vert="horz" wrap="square" lIns="92075" tIns="46038" rIns="92075" bIns="46038" anchor="t">
            <a:normAutofit fontScale="25000"/>
          </a:bodyPr>
          <a:p>
            <a:pPr fontAlgn="auto">
              <a:lnSpc>
                <a:spcPct val="100000"/>
              </a:lnSpc>
              <a:spcBef>
                <a:spcPts val="0"/>
              </a:spcBef>
              <a:spcAft>
                <a:spcPts val="0"/>
              </a:spcAft>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从数组对象创建</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List</a:t>
            </a:r>
            <a:endParaRPr lang="en-US"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0000"/>
              </a:lnSpc>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rPr>
              <a:t>     String[] array =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rPr>
              <a:t>"red"</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rPr>
              <a:t>"green", "blue"</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00000"/>
              </a:lnSpc>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rPr>
              <a:t>     ArrayList&lt;String&gt; list =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rPr>
              <a:t>new</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rPr>
              <a:t> ArrayList&lt;&gt;(Arrays.asList(array));</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endParaRPr>
          </a:p>
          <a:p>
            <a:pPr lvl="0" fontAlgn="auto">
              <a:lnSpc>
                <a:spcPct val="100000"/>
              </a:lnSpc>
              <a:spcBef>
                <a:spcPts val="0"/>
              </a:spcBef>
              <a:spcAft>
                <a:spcPts val="0"/>
              </a:spcAft>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从</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sym typeface="+mn-ea"/>
              </a:rPr>
              <a:t>List</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创建数组对象</a:t>
            </a:r>
            <a:endParaRPr lang="en-US"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lvl="0" fontAlgn="auto">
              <a:lnSpc>
                <a:spcPct val="100000"/>
              </a:lnSpc>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String[] array1 =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new</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String[list.size()];</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fontAlgn="auto">
              <a:lnSpc>
                <a:spcPct val="100000"/>
              </a:lnSpc>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list.toArray(array1);</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fontAlgn="auto">
              <a:lnSpc>
                <a:spcPct val="100000"/>
              </a:lnSpc>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返回列表中最大值</a:t>
            </a:r>
            <a:endParaRPr lang="en-US"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00000"/>
              </a:lnSpc>
              <a:spcBef>
                <a:spcPts val="0"/>
              </a:spcBef>
              <a:spcAft>
                <a:spcPts val="0"/>
              </a:spcAft>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String[] array =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"red"</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"green", "blue"</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00000"/>
              </a:lnSpc>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System.out.pritnln(java.util.Collections.max( new ArrayList&lt;String&gt;(Arrays.asList(array)));</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00000"/>
              </a:lnSpc>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返回列表中最小值</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fontAlgn="auto">
              <a:lnSpc>
                <a:spcPct val="100000"/>
              </a:lnSpc>
              <a:spcBef>
                <a:spcPts val="0"/>
              </a:spcBef>
              <a:spcAft>
                <a:spcPts val="0"/>
              </a:spcAft>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String[] array =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"red"</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"green", "blue"</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fontAlgn="auto">
              <a:lnSpc>
                <a:spcPct val="100000"/>
              </a:lnSpc>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System.out.pritnln(java.util.Collections.min(new ArrayList&lt;String&gt;(Arrays.asList(array)));</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fontAlgn="auto">
              <a:lnSpc>
                <a:spcPct val="100000"/>
              </a:lnSpc>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列表排序</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fontAlgn="auto">
              <a:lnSpc>
                <a:spcPct val="100000"/>
              </a:lnSpc>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java.util.Collections.</a:t>
            </a:r>
            <a:r>
              <a:rPr lang="en-US" altLang="zh-CN" sz="5145" dirty="0">
                <a:latin typeface="微软雅黑" panose="020B0503020204020204" pitchFamily="34" charset="-122"/>
                <a:ea typeface="微软雅黑" panose="020B0503020204020204" pitchFamily="34" charset="-122"/>
                <a:cs typeface="微软雅黑" panose="020B0503020204020204" pitchFamily="34" charset="-122"/>
                <a:sym typeface="+mn-ea"/>
              </a:rPr>
              <a:t>sort(list);</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lvl="0" indent="0" fontAlgn="auto">
              <a:lnSpc>
                <a:spcPct val="100000"/>
              </a:lnSpc>
              <a:buNone/>
            </a:pP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00000"/>
              </a:lnSpc>
              <a:spcBef>
                <a:spcPts val="0"/>
              </a:spcBef>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随机打乱列表元素</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00000"/>
              </a:lnSpc>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Integer[] array =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5</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 95</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15</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34</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6</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5</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00000"/>
              </a:lnSpc>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ArrayList&lt;Integer&gt; list = </a:t>
            </a:r>
            <a:r>
              <a:rPr lang="en-US" altLang="en-US" sz="5145" b="1" dirty="0">
                <a:latin typeface="微软雅黑" panose="020B0503020204020204" pitchFamily="34" charset="-122"/>
                <a:ea typeface="微软雅黑" panose="020B0503020204020204" pitchFamily="34" charset="-122"/>
                <a:cs typeface="微软雅黑" panose="020B0503020204020204" pitchFamily="34" charset="-122"/>
                <a:sym typeface="+mn-ea"/>
              </a:rPr>
              <a:t>new</a:t>
            </a: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ArrayList&lt;&gt;(Arrays.asList(array));</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00000"/>
              </a:lnSpc>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java.util.Collections.shuffle(list);</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endParaRPr>
          </a:p>
          <a:p>
            <a:pPr marL="0" indent="0" fontAlgn="auto">
              <a:lnSpc>
                <a:spcPct val="100000"/>
              </a:lnSpc>
              <a:buNone/>
            </a:pPr>
            <a:r>
              <a:rPr lang="en-US" altLang="en-US" sz="5145" dirty="0">
                <a:latin typeface="微软雅黑" panose="020B0503020204020204" pitchFamily="34" charset="-122"/>
                <a:ea typeface="微软雅黑" panose="020B0503020204020204" pitchFamily="34" charset="-122"/>
                <a:cs typeface="微软雅黑" panose="020B0503020204020204" pitchFamily="34" charset="-122"/>
                <a:sym typeface="+mn-ea"/>
              </a:rPr>
              <a:t>    System.out.println(list);</a:t>
            </a:r>
            <a:endParaRPr lang="en-US" altLang="en-US" sz="5145"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buNone/>
            </a:pPr>
            <a:endParaRPr lang="en-US"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sz="quarter" idx="12"/>
          </p:nvPr>
        </p:nvSpPr>
        <p:spPr/>
        <p:txBody>
          <a:bodyPr/>
          <a:p>
            <a:r>
              <a:rPr lang="zh-CN" altLang="en-US"/>
              <a:t>遍历</a:t>
            </a:r>
            <a:r>
              <a:rPr lang="en-US" altLang="zh-CN"/>
              <a:t>List</a:t>
            </a:r>
            <a:endParaRPr lang="en-US" altLang="zh-CN"/>
          </a:p>
          <a:p>
            <a:pPr lvl="1">
              <a:buClr>
                <a:srgbClr val="7030A0"/>
              </a:buClr>
            </a:pPr>
            <a:r>
              <a:rPr lang="en-US" altLang="zh-CN" sz="2200"/>
              <a:t>for</a:t>
            </a:r>
            <a:r>
              <a:rPr lang="zh-CN" altLang="en-US" sz="2200"/>
              <a:t>循环</a:t>
            </a:r>
            <a:endParaRPr lang="zh-CN" altLang="en-US" sz="2200"/>
          </a:p>
          <a:p>
            <a:pPr lvl="1">
              <a:buClr>
                <a:srgbClr val="7030A0"/>
              </a:buClr>
            </a:pPr>
            <a:r>
              <a:rPr lang="en-US" altLang="zh-CN" sz="2200"/>
              <a:t>foreach</a:t>
            </a:r>
            <a:r>
              <a:rPr lang="zh-CN" altLang="en-US" sz="2200"/>
              <a:t>循环</a:t>
            </a:r>
            <a:endParaRPr lang="zh-CN" altLang="en-US" sz="2200"/>
          </a:p>
          <a:p>
            <a:pPr lvl="1">
              <a:buClr>
                <a:srgbClr val="7030A0"/>
              </a:buClr>
            </a:pPr>
            <a:r>
              <a:rPr lang="zh-CN" altLang="en-US" sz="2200"/>
              <a:t>迭代器iterator</a:t>
            </a:r>
            <a:endParaRPr lang="zh-CN" altLang="en-US" sz="2200"/>
          </a:p>
          <a:p>
            <a:pPr marL="914400" lvl="2" indent="0">
              <a:buNone/>
            </a:pPr>
            <a:r>
              <a:rPr lang="zh-CN" altLang="en-US" sz="1600"/>
              <a:t>Iterator&lt;String&gt; it = list.iterator();</a:t>
            </a:r>
            <a:endParaRPr lang="zh-CN" altLang="en-US" sz="1600"/>
          </a:p>
          <a:p>
            <a:pPr marL="914400" lvl="2" indent="0">
              <a:buNone/>
            </a:pPr>
            <a:r>
              <a:rPr lang="zh-CN" altLang="en-US" sz="1600"/>
              <a:t>while(it.hasNext()){</a:t>
            </a:r>
            <a:endParaRPr lang="zh-CN" altLang="en-US" sz="1600"/>
          </a:p>
          <a:p>
            <a:pPr marL="914400" lvl="2" indent="0">
              <a:buNone/>
            </a:pPr>
            <a:r>
              <a:rPr lang="zh-CN" altLang="en-US" sz="1600"/>
              <a:t>    String x = it.next();</a:t>
            </a:r>
            <a:endParaRPr lang="zh-CN" altLang="en-US" sz="1600"/>
          </a:p>
          <a:p>
            <a:pPr marL="914400" lvl="2" indent="0">
              <a:buNone/>
            </a:pPr>
            <a:r>
              <a:rPr lang="zh-CN" altLang="en-US" sz="1600"/>
              <a:t>     </a:t>
            </a:r>
            <a:r>
              <a:rPr lang="en-US" altLang="zh-CN" sz="1600"/>
              <a:t>......</a:t>
            </a:r>
            <a:r>
              <a:rPr lang="zh-CN" altLang="en-US" sz="1600"/>
              <a:t>   </a:t>
            </a:r>
            <a:endParaRPr lang="zh-CN" altLang="en-US" sz="1600"/>
          </a:p>
          <a:p>
            <a:pPr marL="914400" lvl="2" indent="0">
              <a:buNone/>
            </a:pPr>
            <a:r>
              <a:rPr lang="zh-CN" altLang="en-US" sz="1600"/>
              <a:t>}</a:t>
            </a:r>
            <a:endParaRPr lang="zh-CN" altLang="en-US" sz="1600"/>
          </a:p>
          <a:p>
            <a:pPr marL="457200" lvl="1" indent="0">
              <a:buNone/>
            </a:pPr>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sz="quarter" idx="12"/>
          </p:nvPr>
        </p:nvSpPr>
        <p:spPr/>
        <p:txBody>
          <a:bodyPr/>
          <a:p>
            <a:r>
              <a:rPr lang="zh-CN" altLang="zh-CN"/>
              <a:t>循环删除</a:t>
            </a:r>
            <a:r>
              <a:rPr lang="en-US" altLang="zh-CN"/>
              <a:t>List</a:t>
            </a:r>
            <a:r>
              <a:rPr lang="zh-CN" altLang="en-US"/>
              <a:t>中的元素</a:t>
            </a:r>
            <a:endParaRPr lang="en-US" altLang="zh-CN"/>
          </a:p>
          <a:p>
            <a:pPr lvl="1">
              <a:buClr>
                <a:srgbClr val="7030A0"/>
              </a:buClr>
            </a:pPr>
            <a:r>
              <a:rPr lang="en-US" altLang="zh-CN" sz="2200"/>
              <a:t>for</a:t>
            </a:r>
            <a:r>
              <a:rPr lang="zh-CN" altLang="en-US" sz="2200"/>
              <a:t>循环遍历删除</a:t>
            </a:r>
            <a:endParaRPr lang="zh-CN" altLang="en-US" sz="2200"/>
          </a:p>
          <a:p>
            <a:pPr lvl="2">
              <a:buClr>
                <a:srgbClr val="7030A0"/>
              </a:buClr>
            </a:pPr>
            <a:r>
              <a:rPr lang="zh-CN" altLang="en-US" sz="1600"/>
              <a:t>删除某个元素后，list的大小发生了变化，而索引也在变化</a:t>
            </a:r>
            <a:endParaRPr lang="zh-CN" altLang="en-US" sz="1600"/>
          </a:p>
          <a:p>
            <a:pPr lvl="1">
              <a:buClr>
                <a:srgbClr val="7030A0"/>
              </a:buClr>
            </a:pPr>
            <a:r>
              <a:rPr lang="en-US" altLang="zh-CN" sz="2200"/>
              <a:t>foreach</a:t>
            </a:r>
            <a:r>
              <a:rPr lang="zh-CN" altLang="en-US" sz="2200"/>
              <a:t>循环</a:t>
            </a:r>
            <a:r>
              <a:rPr lang="zh-CN" altLang="en-US">
                <a:sym typeface="+mn-ea"/>
              </a:rPr>
              <a:t>遍历删除</a:t>
            </a:r>
            <a:endParaRPr lang="zh-CN" altLang="en-US" sz="2200"/>
          </a:p>
          <a:p>
            <a:pPr lvl="2">
              <a:buClr>
                <a:srgbClr val="7030A0"/>
              </a:buClr>
            </a:pPr>
            <a:r>
              <a:rPr lang="zh-CN" altLang="en-US" sz="1600"/>
              <a:t>删除元素后继续循环会报抛异常ConcurrentModificationException</a:t>
            </a:r>
            <a:endParaRPr lang="zh-CN" altLang="en-US" sz="1600"/>
          </a:p>
          <a:p>
            <a:pPr lvl="1">
              <a:buClr>
                <a:srgbClr val="7030A0"/>
              </a:buClr>
            </a:pPr>
            <a:r>
              <a:rPr lang="zh-CN" altLang="en-US" sz="2200"/>
              <a:t>迭代器iterator</a:t>
            </a:r>
            <a:r>
              <a:rPr lang="zh-CN" altLang="en-US">
                <a:sym typeface="+mn-ea"/>
              </a:rPr>
              <a:t>遍历删除</a:t>
            </a:r>
            <a:endParaRPr lang="zh-CN" altLang="en-US" sz="2200"/>
          </a:p>
          <a:p>
            <a:pPr marL="914400" lvl="2" indent="0">
              <a:buNone/>
            </a:pPr>
            <a:r>
              <a:rPr lang="zh-CN" altLang="en-US" sz="1600"/>
              <a:t>Iterator&lt;String&gt; it = list.iterator();</a:t>
            </a:r>
            <a:endParaRPr lang="zh-CN" altLang="en-US" sz="1600"/>
          </a:p>
          <a:p>
            <a:pPr marL="914400" lvl="2" indent="0">
              <a:buNone/>
            </a:pPr>
            <a:r>
              <a:rPr lang="zh-CN" altLang="en-US" sz="1600"/>
              <a:t>while(it.hasNext()){</a:t>
            </a:r>
            <a:endParaRPr lang="zh-CN" altLang="en-US" sz="1600"/>
          </a:p>
          <a:p>
            <a:pPr marL="914400" lvl="2" indent="0">
              <a:buNone/>
            </a:pPr>
            <a:r>
              <a:rPr lang="zh-CN" altLang="en-US" sz="1600"/>
              <a:t>    String x = it.next();</a:t>
            </a:r>
            <a:endParaRPr lang="zh-CN" altLang="en-US" sz="1600"/>
          </a:p>
          <a:p>
            <a:pPr marL="914400" lvl="2" indent="0">
              <a:buNone/>
            </a:pPr>
            <a:r>
              <a:rPr lang="zh-CN" altLang="en-US" sz="1600"/>
              <a:t>    if(x.equals("del")){</a:t>
            </a:r>
            <a:endParaRPr lang="zh-CN" altLang="en-US" sz="1600"/>
          </a:p>
          <a:p>
            <a:pPr marL="914400" lvl="2" indent="0">
              <a:buNone/>
            </a:pPr>
            <a:r>
              <a:rPr lang="zh-CN" altLang="en-US" sz="1600"/>
              <a:t>        it.remove();</a:t>
            </a:r>
            <a:endParaRPr lang="zh-CN" altLang="en-US" sz="1600"/>
          </a:p>
          <a:p>
            <a:pPr marL="914400" lvl="2" indent="0">
              <a:buNone/>
            </a:pPr>
            <a:r>
              <a:rPr lang="zh-CN" altLang="en-US" sz="1600"/>
              <a:t>    } </a:t>
            </a:r>
            <a:endParaRPr lang="zh-CN" altLang="en-US" sz="1600"/>
          </a:p>
          <a:p>
            <a:pPr marL="914400" lvl="2" indent="0">
              <a:buNone/>
            </a:pPr>
            <a:r>
              <a:rPr lang="zh-CN" altLang="en-US" sz="1600"/>
              <a:t>}</a:t>
            </a:r>
            <a:endParaRPr lang="zh-CN" altLang="en-US" sz="1600"/>
          </a:p>
          <a:p>
            <a:pPr marL="457200" lvl="1" indent="0">
              <a:buNone/>
            </a:pPr>
            <a:endParaRPr lang="zh-CN" altLang="en-US"/>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46083" name="Rectangle 2"/>
          <p:cNvSpPr>
            <a:spLocks noGrp="1"/>
          </p:cNvSpPr>
          <p:nvPr>
            <p:ph type="title"/>
          </p:nvPr>
        </p:nvSpPr>
        <p:spPr>
          <a:xfrm>
            <a:off x="533400" y="0"/>
            <a:ext cx="7772400" cy="762000"/>
          </a:xfrm>
        </p:spPr>
        <p:txBody>
          <a:bodyPr vert="horz" wrap="square" lIns="92075" tIns="46038" rIns="92075" bIns="46038" anchor="ctr"/>
          <a:lstStyle/>
          <a:p>
            <a:r>
              <a:rPr lang="en-US" altLang="zh-CN" dirty="0">
                <a:ea typeface="宋体" panose="02010600030101010101" pitchFamily="2" charset="-122"/>
              </a:rPr>
              <a:t>MyStack</a:t>
            </a:r>
            <a:r>
              <a:rPr lang="zh-CN" altLang="en-US" dirty="0">
                <a:ea typeface="宋体" panose="02010600030101010101" pitchFamily="2" charset="-122"/>
              </a:rPr>
              <a:t>类</a:t>
            </a:r>
            <a:endParaRPr lang="en-US" altLang="zh-CN" dirty="0">
              <a:ea typeface="宋体" panose="02010600030101010101" pitchFamily="2" charset="-122"/>
            </a:endParaRPr>
          </a:p>
        </p:txBody>
      </p:sp>
      <p:sp>
        <p:nvSpPr>
          <p:cNvPr id="46084" name="Rectangle 3"/>
          <p:cNvSpPr>
            <a:spLocks noGrp="1"/>
          </p:cNvSpPr>
          <p:nvPr>
            <p:ph idx="1"/>
          </p:nvPr>
        </p:nvSpPr>
        <p:spPr>
          <a:xfrm>
            <a:off x="533400" y="1143000"/>
            <a:ext cx="8610600" cy="1219200"/>
          </a:xfrm>
        </p:spPr>
        <p:txBody>
          <a:bodyPr vert="horz" wrap="square" lIns="92075" tIns="46038" rIns="92075" bIns="46038" anchor="t"/>
          <a:lstStyle/>
          <a:p>
            <a:pPr marL="0" indent="0">
              <a:lnSpc>
                <a:spcPct val="80000"/>
              </a:lnSpc>
              <a:spcAft>
                <a:spcPts val="1200"/>
              </a:spcAft>
              <a:buNone/>
            </a:pPr>
            <a:r>
              <a:rPr lang="zh-CN" altLang="en-US" sz="2800" dirty="0">
                <a:ea typeface="宋体" panose="02010600030101010101" pitchFamily="2" charset="-122"/>
              </a:rPr>
              <a:t>存储对象的栈。</a:t>
            </a:r>
            <a:endParaRPr lang="en-US" altLang="zh-CN" sz="2800" dirty="0">
              <a:ea typeface="宋体" panose="02010600030101010101" pitchFamily="2" charset="-122"/>
            </a:endParaRPr>
          </a:p>
        </p:txBody>
      </p:sp>
      <p:sp>
        <p:nvSpPr>
          <p:cNvPr id="46085" name="Rectangle 4"/>
          <p:cNvSpPr/>
          <p:nvPr/>
        </p:nvSpPr>
        <p:spPr>
          <a:xfrm>
            <a:off x="1643063" y="3062288"/>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6086" name="Rectangle 5"/>
          <p:cNvSpPr/>
          <p:nvPr/>
        </p:nvSpPr>
        <p:spPr>
          <a:xfrm>
            <a:off x="0" y="2262188"/>
            <a:ext cx="9144000" cy="0"/>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6087" name="Rectangle 6"/>
          <p:cNvSpPr/>
          <p:nvPr/>
        </p:nvSpPr>
        <p:spPr>
          <a:xfrm>
            <a:off x="0" y="2638425"/>
            <a:ext cx="9144000" cy="0"/>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6089" name="Rectangle 10"/>
          <p:cNvSpPr/>
          <p:nvPr/>
        </p:nvSpPr>
        <p:spPr>
          <a:xfrm>
            <a:off x="0" y="2638425"/>
            <a:ext cx="9144000" cy="0"/>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46090" name="Object 9"/>
          <p:cNvGraphicFramePr>
            <a:graphicFrameLocks noChangeAspect="1"/>
          </p:cNvGraphicFramePr>
          <p:nvPr/>
        </p:nvGraphicFramePr>
        <p:xfrm>
          <a:off x="439738" y="2178050"/>
          <a:ext cx="8188325" cy="4243388"/>
        </p:xfrm>
        <a:graphic>
          <a:graphicData uri="http://schemas.openxmlformats.org/presentationml/2006/ole">
            <mc:AlternateContent xmlns:mc="http://schemas.openxmlformats.org/markup-compatibility/2006">
              <mc:Choice xmlns:v="urn:schemas-microsoft-com:vml" Requires="v">
                <p:oleObj spid="_x0000_s7177" name="" r:id="rId1" imgW="3660775" imgH="1580515" progId="Word.Picture.8">
                  <p:embed/>
                </p:oleObj>
              </mc:Choice>
              <mc:Fallback>
                <p:oleObj name="" r:id="rId1" imgW="3660775" imgH="1580515" progId="Word.Picture.8">
                  <p:embed/>
                  <p:pic>
                    <p:nvPicPr>
                      <p:cNvPr id="0" name="图片 3078"/>
                      <p:cNvPicPr/>
                      <p:nvPr/>
                    </p:nvPicPr>
                    <p:blipFill>
                      <a:blip r:embed="rId2"/>
                      <a:stretch>
                        <a:fillRect/>
                      </a:stretch>
                    </p:blipFill>
                    <p:spPr>
                      <a:xfrm>
                        <a:off x="439738" y="2178050"/>
                        <a:ext cx="8188325" cy="42433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1203" name="Rectangle 2"/>
          <p:cNvSpPr>
            <a:spLocks noGrp="1"/>
          </p:cNvSpPr>
          <p:nvPr>
            <p:ph type="title"/>
          </p:nvPr>
        </p:nvSpPr>
        <p:spPr>
          <a:xfrm>
            <a:off x="335280" y="-133350"/>
            <a:ext cx="7772400" cy="1069340"/>
          </a:xfrm>
        </p:spPr>
        <p:txBody>
          <a:bodyPr vert="horz" wrap="square" lIns="92075" tIns="46038" rIns="92075" bIns="46038" anchor="ctr"/>
          <a:lstStyle/>
          <a:p>
            <a:r>
              <a:rPr lang="en-US" altLang="zh-CN" sz="4000" dirty="0">
                <a:latin typeface="微软雅黑" panose="020B0503020204020204" pitchFamily="34" charset="-122"/>
                <a:ea typeface="微软雅黑" panose="020B0503020204020204" pitchFamily="34" charset="-122"/>
                <a:cs typeface="微软雅黑" panose="020B0503020204020204" pitchFamily="34" charset="-122"/>
              </a:rPr>
              <a:t>protected</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rPr>
              <a:t>修饰符</a:t>
            </a:r>
            <a:endParaRPr lang="zh-CN" altLang="en-US" sz="4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204" name="Rectangle 3"/>
          <p:cNvSpPr>
            <a:spLocks noGrp="1"/>
          </p:cNvSpPr>
          <p:nvPr>
            <p:ph idx="1"/>
          </p:nvPr>
        </p:nvSpPr>
        <p:spPr>
          <a:xfrm>
            <a:off x="609600" y="1295400"/>
            <a:ext cx="7924800" cy="3048000"/>
          </a:xfrm>
        </p:spPr>
        <p:txBody>
          <a:bodyPr vert="horz" wrap="square" lIns="92075" tIns="46038" rIns="92075" bIns="46038" anchor="t"/>
          <a:lstStyle/>
          <a:p>
            <a:pPr>
              <a:lnSpc>
                <a:spcPct val="120000"/>
              </a:lnSpc>
              <a:spcAft>
                <a:spcPts val="1200"/>
              </a:spcAft>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Protected</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修饰符可以用在类中的数据和方法上。公有类中受保护的数据或受保护的方法可以被同一包内的任意类或它的子类访问，即使它的子类在不同包中。</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spcAft>
                <a:spcPts val="1200"/>
              </a:spcAft>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private</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default</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protected</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public</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205" name="Rectangle 4"/>
          <p:cNvSpPr/>
          <p:nvPr/>
        </p:nvSpPr>
        <p:spPr>
          <a:xfrm>
            <a:off x="1643063" y="3062288"/>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51206" name="Object 5"/>
          <p:cNvGraphicFramePr>
            <a:graphicFrameLocks noChangeAspect="1"/>
          </p:cNvGraphicFramePr>
          <p:nvPr/>
        </p:nvGraphicFramePr>
        <p:xfrm>
          <a:off x="687388" y="4572000"/>
          <a:ext cx="7775575" cy="1173163"/>
        </p:xfrm>
        <a:graphic>
          <a:graphicData uri="http://schemas.openxmlformats.org/presentationml/2006/ole">
            <mc:AlternateContent xmlns:mc="http://schemas.openxmlformats.org/markup-compatibility/2006">
              <mc:Choice xmlns:v="urn:schemas-microsoft-com:vml" Requires="v">
                <p:oleObj spid="_x0000_s8201" name="" r:id="rId1" imgW="4860925" imgH="736600" progId="Word.Picture.8">
                  <p:embed/>
                </p:oleObj>
              </mc:Choice>
              <mc:Fallback>
                <p:oleObj name="" r:id="rId1" imgW="4860925" imgH="736600" progId="Word.Picture.8">
                  <p:embed/>
                  <p:pic>
                    <p:nvPicPr>
                      <p:cNvPr id="0" name="图片 3079"/>
                      <p:cNvPicPr/>
                      <p:nvPr/>
                    </p:nvPicPr>
                    <p:blipFill>
                      <a:blip r:embed="rId2"/>
                      <a:stretch>
                        <a:fillRect/>
                      </a:stretch>
                    </p:blipFill>
                    <p:spPr>
                      <a:xfrm>
                        <a:off x="687388" y="4572000"/>
                        <a:ext cx="7775575" cy="117316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2227" name="Rectangle 2"/>
          <p:cNvSpPr>
            <a:spLocks noGrp="1"/>
          </p:cNvSpPr>
          <p:nvPr>
            <p:ph type="title"/>
          </p:nvPr>
        </p:nvSpPr>
        <p:spPr>
          <a:xfrm>
            <a:off x="108585" y="-121285"/>
            <a:ext cx="7772400" cy="1095375"/>
          </a:xfrm>
        </p:spPr>
        <p:txBody>
          <a:bodyPr vert="horz" wrap="square" lIns="92075" tIns="46038" rIns="92075" bIns="46038" anchor="ctr"/>
          <a:lstStyle/>
          <a:p>
            <a:r>
              <a:rPr lang="zh-CN" altLang="en-US" b="0" dirty="0">
                <a:latin typeface="微软雅黑" panose="020B0503020204020204" pitchFamily="34" charset="-122"/>
                <a:ea typeface="微软雅黑" panose="020B0503020204020204" pitchFamily="34" charset="-122"/>
              </a:rPr>
              <a:t>可见性总结</a:t>
            </a:r>
            <a:endParaRPr lang="en-US" altLang="zh-CN" b="0" dirty="0">
              <a:latin typeface="微软雅黑" panose="020B0503020204020204" pitchFamily="34" charset="-122"/>
              <a:ea typeface="微软雅黑" panose="020B0503020204020204" pitchFamily="34" charset="-122"/>
            </a:endParaRPr>
          </a:p>
        </p:txBody>
      </p:sp>
      <p:sp>
        <p:nvSpPr>
          <p:cNvPr id="52228" name="Rectangle 4"/>
          <p:cNvSpPr/>
          <p:nvPr/>
        </p:nvSpPr>
        <p:spPr>
          <a:xfrm>
            <a:off x="1643063" y="3062288"/>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2229" name="Rectangle 8"/>
          <p:cNvSpPr/>
          <p:nvPr/>
        </p:nvSpPr>
        <p:spPr>
          <a:xfrm>
            <a:off x="2247900" y="2400300"/>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52230" name="Object 7"/>
          <p:cNvGraphicFramePr>
            <a:graphicFrameLocks noChangeAspect="1"/>
          </p:cNvGraphicFramePr>
          <p:nvPr/>
        </p:nvGraphicFramePr>
        <p:xfrm>
          <a:off x="381000" y="1981200"/>
          <a:ext cx="8382000" cy="3709988"/>
        </p:xfrm>
        <a:graphic>
          <a:graphicData uri="http://schemas.openxmlformats.org/presentationml/2006/ole">
            <mc:AlternateContent xmlns:mc="http://schemas.openxmlformats.org/markup-compatibility/2006">
              <mc:Choice xmlns:v="urn:schemas-microsoft-com:vml" Requires="v">
                <p:oleObj spid="_x0000_s9225" name="" r:id="rId1" imgW="4651375" imgH="2056130" progId="Word.Picture.8">
                  <p:embed/>
                </p:oleObj>
              </mc:Choice>
              <mc:Fallback>
                <p:oleObj name="" r:id="rId1" imgW="4651375" imgH="2056130" progId="Word.Picture.8">
                  <p:embed/>
                  <p:pic>
                    <p:nvPicPr>
                      <p:cNvPr id="0" name="图片 3080"/>
                      <p:cNvPicPr/>
                      <p:nvPr/>
                    </p:nvPicPr>
                    <p:blipFill>
                      <a:blip r:embed="rId2"/>
                      <a:stretch>
                        <a:fillRect/>
                      </a:stretch>
                    </p:blipFill>
                    <p:spPr>
                      <a:xfrm>
                        <a:off x="381000" y="1981200"/>
                        <a:ext cx="8382000" cy="3709988"/>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3251" name="Rectangle 2"/>
          <p:cNvSpPr>
            <a:spLocks noGrp="1"/>
          </p:cNvSpPr>
          <p:nvPr>
            <p:ph type="title"/>
          </p:nvPr>
        </p:nvSpPr>
        <p:spPr>
          <a:xfrm>
            <a:off x="304800" y="104775"/>
            <a:ext cx="7772400" cy="742950"/>
          </a:xfrm>
        </p:spPr>
        <p:txBody>
          <a:bodyPr vert="horz" wrap="square" lIns="92075" tIns="46038" rIns="92075" bIns="46038" anchor="ctr"/>
          <a:lstStyle/>
          <a:p>
            <a:r>
              <a:rPr lang="zh-CN" altLang="en-US" b="0" dirty="0">
                <a:latin typeface="微软雅黑" panose="020B0503020204020204" pitchFamily="34" charset="-122"/>
                <a:ea typeface="微软雅黑" panose="020B0503020204020204" pitchFamily="34" charset="-122"/>
              </a:rPr>
              <a:t>可见性修饰符</a:t>
            </a:r>
            <a:endParaRPr lang="en-US" altLang="zh-CN" b="0" dirty="0">
              <a:latin typeface="微软雅黑" panose="020B0503020204020204" pitchFamily="34" charset="-122"/>
              <a:ea typeface="微软雅黑" panose="020B0503020204020204" pitchFamily="34" charset="-122"/>
            </a:endParaRPr>
          </a:p>
        </p:txBody>
      </p:sp>
      <p:sp>
        <p:nvSpPr>
          <p:cNvPr id="53252" name="Rectangle 5"/>
          <p:cNvSpPr/>
          <p:nvPr/>
        </p:nvSpPr>
        <p:spPr>
          <a:xfrm>
            <a:off x="1684338" y="2686050"/>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3253" name="Rectangle 7"/>
          <p:cNvSpPr/>
          <p:nvPr/>
        </p:nvSpPr>
        <p:spPr>
          <a:xfrm>
            <a:off x="1914525" y="1914525"/>
            <a:ext cx="9144000" cy="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3254" name="Rectangle 9"/>
          <p:cNvSpPr/>
          <p:nvPr/>
        </p:nvSpPr>
        <p:spPr>
          <a:xfrm>
            <a:off x="0" y="1912938"/>
            <a:ext cx="9144000" cy="0"/>
          </a:xfrm>
          <a:prstGeom prst="rect">
            <a:avLst/>
          </a:prstGeom>
          <a:noFill/>
          <a:ln w="12700">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53255" name="Object 8"/>
          <p:cNvGraphicFramePr>
            <a:graphicFrameLocks noChangeAspect="1"/>
          </p:cNvGraphicFramePr>
          <p:nvPr/>
        </p:nvGraphicFramePr>
        <p:xfrm>
          <a:off x="304800" y="1219200"/>
          <a:ext cx="8839200" cy="5040313"/>
        </p:xfrm>
        <a:graphic>
          <a:graphicData uri="http://schemas.openxmlformats.org/presentationml/2006/ole">
            <mc:AlternateContent xmlns:mc="http://schemas.openxmlformats.org/markup-compatibility/2006">
              <mc:Choice xmlns:v="urn:schemas-microsoft-com:vml" Requires="v">
                <p:oleObj spid="_x0000_s10249" name="" r:id="rId1" imgW="5321935" imgH="3026410" progId="Word.Picture.8">
                  <p:embed/>
                </p:oleObj>
              </mc:Choice>
              <mc:Fallback>
                <p:oleObj name="" r:id="rId1" imgW="5321935" imgH="3026410" progId="Word.Picture.8">
                  <p:embed/>
                  <p:pic>
                    <p:nvPicPr>
                      <p:cNvPr id="0" name="图片 3081"/>
                      <p:cNvPicPr/>
                      <p:nvPr/>
                    </p:nvPicPr>
                    <p:blipFill>
                      <a:blip r:embed="rId2"/>
                      <a:stretch>
                        <a:fillRect/>
                      </a:stretch>
                    </p:blipFill>
                    <p:spPr>
                      <a:xfrm>
                        <a:off x="304800" y="1219200"/>
                        <a:ext cx="8839200" cy="5040313"/>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4275" name="Rectangle 2"/>
          <p:cNvSpPr>
            <a:spLocks noGrp="1"/>
          </p:cNvSpPr>
          <p:nvPr>
            <p:ph type="title"/>
          </p:nvPr>
        </p:nvSpPr>
        <p:spPr>
          <a:xfrm>
            <a:off x="0" y="0"/>
            <a:ext cx="8610600" cy="685800"/>
          </a:xfrm>
        </p:spPr>
        <p:txBody>
          <a:bodyPr vert="horz" wrap="square" lIns="92075" tIns="46038" rIns="92075" bIns="46038" anchor="ctr"/>
          <a:lstStyle/>
          <a:p>
            <a:r>
              <a:rPr lang="zh-CN" altLang="en-US" sz="3600" dirty="0">
                <a:latin typeface="微软雅黑" panose="020B0503020204020204" pitchFamily="34" charset="-122"/>
                <a:ea typeface="微软雅黑" panose="020B0503020204020204" pitchFamily="34" charset="-122"/>
              </a:rPr>
              <a:t>子类不能削弱可访问性</a:t>
            </a:r>
            <a:endParaRPr lang="en-US" altLang="zh-CN" sz="3600" dirty="0">
              <a:latin typeface="微软雅黑" panose="020B0503020204020204" pitchFamily="34" charset="-122"/>
              <a:ea typeface="微软雅黑" panose="020B0503020204020204" pitchFamily="34" charset="-122"/>
            </a:endParaRPr>
          </a:p>
        </p:txBody>
      </p:sp>
      <p:sp>
        <p:nvSpPr>
          <p:cNvPr id="54276" name="Text Box 3"/>
          <p:cNvSpPr txBox="1"/>
          <p:nvPr/>
        </p:nvSpPr>
        <p:spPr>
          <a:xfrm>
            <a:off x="533400" y="1295400"/>
            <a:ext cx="8305800" cy="304419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nSpc>
                <a:spcPct val="120000"/>
              </a:lnSpc>
              <a:spcBef>
                <a:spcPct val="50000"/>
              </a:spcBef>
              <a:buClrTx/>
              <a:buSzTx/>
              <a:buFontTx/>
              <a:buNone/>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子类可以覆盖它的父类的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protected</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方法，并把它的可见性改为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public</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。但是，子类不能削弱父类中定义的方法的可访问性。例如：如果一个方法在父类中定义为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public</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，在子类中也必须定义为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public</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6323" name="Rectangle 2"/>
          <p:cNvSpPr>
            <a:spLocks noGrp="1"/>
          </p:cNvSpPr>
          <p:nvPr>
            <p:ph type="title"/>
          </p:nvPr>
        </p:nvSpPr>
        <p:spPr>
          <a:xfrm>
            <a:off x="363220" y="0"/>
            <a:ext cx="7772400" cy="870585"/>
          </a:xfrm>
        </p:spPr>
        <p:txBody>
          <a:bodyPr vert="horz" wrap="square" lIns="92075" tIns="46038" rIns="92075" bIns="46038" anchor="ctr"/>
          <a:lstStyle/>
          <a:p>
            <a:r>
              <a:rPr lang="en-US" altLang="zh-CN" sz="4200" b="0" dirty="0">
                <a:latin typeface="微软雅黑" panose="020B0503020204020204" pitchFamily="34" charset="-122"/>
                <a:ea typeface="微软雅黑" panose="020B0503020204020204" pitchFamily="34" charset="-122"/>
                <a:cs typeface="微软雅黑" panose="020B0503020204020204" pitchFamily="34" charset="-122"/>
              </a:rPr>
              <a:t>final</a:t>
            </a:r>
            <a:r>
              <a:rPr lang="zh-CN" altLang="en-US" sz="4200" b="0" dirty="0">
                <a:latin typeface="微软雅黑" panose="020B0503020204020204" pitchFamily="34" charset="-122"/>
                <a:ea typeface="微软雅黑" panose="020B0503020204020204" pitchFamily="34" charset="-122"/>
                <a:cs typeface="微软雅黑" panose="020B0503020204020204" pitchFamily="34" charset="-122"/>
              </a:rPr>
              <a:t>修饰符</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6324" name="Rectangle 3"/>
          <p:cNvSpPr>
            <a:spLocks noGrp="1"/>
          </p:cNvSpPr>
          <p:nvPr>
            <p:ph idx="1"/>
          </p:nvPr>
        </p:nvSpPr>
        <p:spPr>
          <a:xfrm>
            <a:off x="685800" y="1600200"/>
            <a:ext cx="7772400" cy="4133850"/>
          </a:xfrm>
        </p:spPr>
        <p:txBody>
          <a:bodyPr vert="horz" wrap="square" lIns="92075" tIns="46038" rIns="92075" bIns="46038" anchor="t"/>
          <a:lstStyle/>
          <a:p>
            <a:pPr>
              <a:lnSpc>
                <a:spcPct val="90000"/>
              </a:lnSpc>
            </a:pP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final</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类不能被继承：</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final class Math {</a:t>
            </a:r>
            <a:endParaRPr lang="en-US" altLang="zh-CN" sz="22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buNone/>
            </a:pP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2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buNone/>
            </a:pP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spcBef>
                <a:spcPct val="100000"/>
              </a:spcBef>
            </a:pP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final</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变量是一个常量：</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rPr>
              <a:t>final static double PI = 3.14159;</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spcBef>
                <a:spcPct val="100000"/>
              </a:spcBef>
            </a:pP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父类中的</a:t>
            </a:r>
            <a:r>
              <a:rPr lang="en-US" altLang="zh-CN" sz="2600" dirty="0">
                <a:latin typeface="微软雅黑" panose="020B0503020204020204" pitchFamily="34" charset="-122"/>
                <a:ea typeface="微软雅黑" panose="020B0503020204020204" pitchFamily="34" charset="-122"/>
                <a:cs typeface="微软雅黑" panose="020B0503020204020204" pitchFamily="34" charset="-122"/>
              </a:rPr>
              <a:t>final</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方法不能被子类所覆盖。</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4"/>
          <p:cNvSpPr txBox="1">
            <a:spLocks noGrp="1"/>
          </p:cNvSpPr>
          <p:nvPr>
            <p:ph type="sldNum" sz="quarter" idx="11"/>
          </p:nvPr>
        </p:nvSpPr>
        <p:spPr/>
        <p:txBody>
          <a:bodyPr wrap="none" lIns="92075" tIns="46038" rIns="92075" bIns="46038" anchor="ctr"/>
          <a:lstStyle/>
          <a:p>
            <a:pPr marL="0" indent="0" algn="r">
              <a:spcBef>
                <a:spcPct val="0"/>
              </a:spcBef>
              <a:buClrTx/>
              <a:buSzTx/>
              <a:buFontTx/>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
        <p:nvSpPr>
          <p:cNvPr id="55299" name="Rectangle 2"/>
          <p:cNvSpPr>
            <a:spLocks noGrp="1"/>
          </p:cNvSpPr>
          <p:nvPr>
            <p:ph type="title"/>
          </p:nvPr>
        </p:nvSpPr>
        <p:spPr>
          <a:xfrm>
            <a:off x="468630" y="0"/>
            <a:ext cx="7772400" cy="685800"/>
          </a:xfrm>
        </p:spPr>
        <p:txBody>
          <a:bodyPr vert="horz" wrap="square" lIns="92075" tIns="46038" rIns="92075" bIns="46038" anchor="ctr"/>
          <a:lstStyle/>
          <a:p>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注 意</a:t>
            </a:r>
            <a:endParaRPr lang="en-US" altLang="zh-CN" b="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5300" name="Text Box 3"/>
          <p:cNvSpPr txBox="1"/>
          <p:nvPr/>
        </p:nvSpPr>
        <p:spPr>
          <a:xfrm>
            <a:off x="533400" y="1295400"/>
            <a:ext cx="8077200" cy="274828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stStyle>
          <a:p>
            <a:pPr marL="0" lvl="0" indent="0">
              <a:lnSpc>
                <a:spcPct val="120000"/>
              </a:lnSpc>
              <a:spcBef>
                <a:spcPct val="50000"/>
              </a:spcBef>
              <a:buClrTx/>
              <a:buSzTx/>
              <a:buFontTx/>
              <a:buNone/>
            </a:pPr>
            <a:r>
              <a:rPr lang="zh-CN" altLang="en-US" sz="3600" dirty="0">
                <a:latin typeface="微软雅黑" panose="020B0503020204020204" pitchFamily="34" charset="-122"/>
                <a:ea typeface="微软雅黑" panose="020B0503020204020204" pitchFamily="34" charset="-122"/>
                <a:cs typeface="微软雅黑" panose="020B0503020204020204" pitchFamily="34" charset="-122"/>
              </a:rPr>
              <a:t>修饰符可以用在类和类的成员（数据和方法）上，只有</a:t>
            </a:r>
            <a:r>
              <a:rPr lang="en-US" altLang="zh-CN" sz="3600" dirty="0">
                <a:latin typeface="微软雅黑" panose="020B0503020204020204" pitchFamily="34" charset="-122"/>
                <a:ea typeface="微软雅黑" panose="020B0503020204020204" pitchFamily="34" charset="-122"/>
                <a:cs typeface="微软雅黑" panose="020B0503020204020204" pitchFamily="34" charset="-122"/>
              </a:rPr>
              <a:t>final</a:t>
            </a:r>
            <a:r>
              <a:rPr lang="zh-CN" altLang="en-US" sz="3600" dirty="0">
                <a:latin typeface="微软雅黑" panose="020B0503020204020204" pitchFamily="34" charset="-122"/>
                <a:ea typeface="微软雅黑" panose="020B0503020204020204" pitchFamily="34" charset="-122"/>
                <a:cs typeface="微软雅黑" panose="020B0503020204020204" pitchFamily="34" charset="-122"/>
              </a:rPr>
              <a:t>修饰符还可以用在方法中的局部变量上。方法内的最终局部变量就是常量。</a:t>
            </a:r>
            <a:endParaRPr lang="en-US" altLang="zh-CN" sz="36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PP_MARK_KEY" val="e2b5d8ff-5264-483e-8907-d9248b68fb28"/>
  <p:tag name="COMMONDATA" val="eyJoZGlkIjoiMDQ5MTU2ZTc1NWM5MmVmN2NjNGZiZmE3NjI4MWI4NjAifQ=="/>
</p:tagLst>
</file>

<file path=ppt/theme/theme1.xml><?xml version="1.0" encoding="utf-8"?>
<a:theme xmlns:a="http://schemas.openxmlformats.org/drawingml/2006/main" name="由Nordri®（www.nordridesign.com ） 设计提供">
  <a:themeElements>
    <a:clrScheme name="自定义 56">
      <a:dk1>
        <a:sysClr val="windowText" lastClr="000000"/>
      </a:dk1>
      <a:lt1>
        <a:sysClr val="window" lastClr="FFFFFF"/>
      </a:lt1>
      <a:dk2>
        <a:srgbClr val="595959"/>
      </a:dk2>
      <a:lt2>
        <a:srgbClr val="D8D8D8"/>
      </a:lt2>
      <a:accent1>
        <a:srgbClr val="FFC000"/>
      </a:accent1>
      <a:accent2>
        <a:srgbClr val="6DAA2D"/>
      </a:accent2>
      <a:accent3>
        <a:srgbClr val="5F5F5F"/>
      </a:accent3>
      <a:accent4>
        <a:srgbClr val="777777"/>
      </a:accent4>
      <a:accent5>
        <a:srgbClr val="B2B2B2"/>
      </a:accent5>
      <a:accent6>
        <a:srgbClr val="DDDDDD"/>
      </a:accent6>
      <a:hlink>
        <a:srgbClr val="0070C0"/>
      </a:hlink>
      <a:folHlink>
        <a:srgbClr val="7030A0"/>
      </a:folHlink>
    </a:clrScheme>
    <a:fontScheme name="Nordri开发标准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w="9525">
          <a:noFill/>
        </a:ln>
      </a:spPr>
      <a:bodyPr lIns="92075" tIns="46038" rIns="92075" bIns="46038"/>
      <a:lstStyle>
        <a:defPPr marL="0" lvl="0" indent="0">
          <a:buNone/>
          <a:defRPr lang="en-US" altLang="zh-CN" sz="1600" dirty="0">
            <a:solidFill>
              <a:schemeClr val="bg2"/>
            </a:solidFill>
            <a:latin typeface="Courier New" panose="02070309020205020404" charset="0"/>
            <a:ea typeface="宋体" panose="02010600030101010101" pitchFamily="2" charset="-122"/>
          </a:defRPr>
        </a:defPPr>
      </a:lstStyle>
    </a:spDef>
    <a:txDef>
      <a:spPr>
        <a:noFill/>
      </a:spPr>
      <a:bodyPr wrap="none" rtlCol="0">
        <a:spAutoFit/>
      </a:bodyPr>
      <a:lstStyle>
        <a:defPPr>
          <a:lnSpc>
            <a:spcPct val="120000"/>
          </a:lnSpc>
          <a:defRPr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2468</Words>
  <Application>WPS 演示</Application>
  <PresentationFormat>全屏显示(4:3)</PresentationFormat>
  <Paragraphs>143</Paragraphs>
  <Slides>15</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6</vt:i4>
      </vt:variant>
      <vt:variant>
        <vt:lpstr>幻灯片标题</vt:lpstr>
      </vt:variant>
      <vt:variant>
        <vt:i4>15</vt:i4>
      </vt:variant>
    </vt:vector>
  </HeadingPairs>
  <TitlesOfParts>
    <vt:vector size="33" baseType="lpstr">
      <vt:lpstr>Arial</vt:lpstr>
      <vt:lpstr>宋体</vt:lpstr>
      <vt:lpstr>Wingdings</vt:lpstr>
      <vt:lpstr>Courier New</vt:lpstr>
      <vt:lpstr>微软雅黑</vt:lpstr>
      <vt:lpstr>黑体</vt:lpstr>
      <vt:lpstr>Times New Roman</vt:lpstr>
      <vt:lpstr>Calibri</vt:lpstr>
      <vt:lpstr>Monotype Sorts</vt:lpstr>
      <vt:lpstr>Wingdings</vt:lpstr>
      <vt:lpstr>Arial Unicode MS</vt:lpstr>
      <vt:lpstr>由Nordri®（www.nordridesign.com ） 设计提供</vt:lpstr>
      <vt:lpstr>Word.Picture.8</vt:lpstr>
      <vt:lpstr>Word.Picture.8</vt:lpstr>
      <vt:lpstr>Word.Picture.8</vt:lpstr>
      <vt:lpstr>Word.Picture.8</vt:lpstr>
      <vt:lpstr>Word.Picture.8</vt:lpstr>
      <vt:lpstr>Word.Picture.8</vt:lpstr>
      <vt:lpstr>面向对象程序设计</vt:lpstr>
      <vt:lpstr>Java集合类</vt:lpstr>
      <vt:lpstr>PowerPoint 演示文稿</vt:lpstr>
      <vt:lpstr>ArrayList类</vt:lpstr>
      <vt:lpstr>PowerPoint 演示文稿</vt:lpstr>
      <vt:lpstr>PowerPoint 演示文稿</vt:lpstr>
      <vt:lpstr>PowerPoint 演示文稿</vt:lpstr>
      <vt:lpstr>PowerPoint 演示文稿</vt:lpstr>
      <vt:lpstr>MyStack类</vt:lpstr>
      <vt:lpstr>protected修饰符</vt:lpstr>
      <vt:lpstr>可见性总结</vt:lpstr>
      <vt:lpstr>可见性修饰符</vt:lpstr>
      <vt:lpstr>子类不能削弱可访问性</vt:lpstr>
      <vt:lpstr>final修饰符</vt:lpstr>
      <vt:lpstr>注 意</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Java程序设计</dc:title>
  <dc:creator>yangrl</dc:creator>
  <dc:description>Nordri® 
专注于有效的信息传递设计
www.nordridesign.com</dc:description>
  <dc:subject>PPT模板/图示</dc:subject>
  <cp:lastModifiedBy>大灰很</cp:lastModifiedBy>
  <cp:revision>657</cp:revision>
  <dcterms:created xsi:type="dcterms:W3CDTF">2017-02-24T02:44:00Z</dcterms:created>
  <dcterms:modified xsi:type="dcterms:W3CDTF">2022-10-05T13:23:32Z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280499</vt:lpwstr>
  </property>
  <property fmtid="{D5CDD505-2E9C-101B-9397-08002B2CF9AE}" pid="3" name="NXPowerLiteSettings">
    <vt:lpwstr>F7000400038000</vt:lpwstr>
  </property>
  <property fmtid="{D5CDD505-2E9C-101B-9397-08002B2CF9AE}" pid="4" name="NXPowerLiteVersion">
    <vt:lpwstr>D5.0.6</vt:lpwstr>
  </property>
  <property fmtid="{D5CDD505-2E9C-101B-9397-08002B2CF9AE}" pid="5" name="KSOProductBuildVer">
    <vt:lpwstr>2052-11.1.0.12358</vt:lpwstr>
  </property>
  <property fmtid="{D5CDD505-2E9C-101B-9397-08002B2CF9AE}" pid="6" name="ICV">
    <vt:lpwstr>17072623DD8B455BA739DD1373DAD94A</vt:lpwstr>
  </property>
</Properties>
</file>