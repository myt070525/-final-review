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37"/>
  </p:handoutMasterIdLst>
  <p:sldIdLst>
    <p:sldId id="256" r:id="rId3"/>
    <p:sldId id="817" r:id="rId5"/>
    <p:sldId id="818" r:id="rId6"/>
    <p:sldId id="820" r:id="rId7"/>
    <p:sldId id="832" r:id="rId8"/>
    <p:sldId id="839" r:id="rId9"/>
    <p:sldId id="866" r:id="rId10"/>
    <p:sldId id="843" r:id="rId11"/>
    <p:sldId id="845" r:id="rId12"/>
    <p:sldId id="867" r:id="rId13"/>
    <p:sldId id="847" r:id="rId14"/>
    <p:sldId id="848" r:id="rId15"/>
    <p:sldId id="849" r:id="rId16"/>
    <p:sldId id="851" r:id="rId17"/>
    <p:sldId id="853" r:id="rId18"/>
    <p:sldId id="854" r:id="rId19"/>
    <p:sldId id="860" r:id="rId20"/>
    <p:sldId id="864" r:id="rId21"/>
    <p:sldId id="922" r:id="rId22"/>
    <p:sldId id="923" r:id="rId23"/>
    <p:sldId id="894" r:id="rId24"/>
    <p:sldId id="896" r:id="rId25"/>
    <p:sldId id="895" r:id="rId26"/>
    <p:sldId id="898" r:id="rId27"/>
    <p:sldId id="899" r:id="rId28"/>
    <p:sldId id="902" r:id="rId29"/>
    <p:sldId id="906" r:id="rId30"/>
    <p:sldId id="908" r:id="rId31"/>
    <p:sldId id="910" r:id="rId32"/>
    <p:sldId id="916" r:id="rId33"/>
    <p:sldId id="924" r:id="rId34"/>
    <p:sldId id="925" r:id="rId35"/>
    <p:sldId id="921" r:id="rId36"/>
  </p:sldIdLst>
  <p:sldSz cx="9144000" cy="6858000" type="screen4x3"/>
  <p:notesSz cx="6858000" cy="9144000"/>
  <p:custDataLst>
    <p:tags r:id="rId4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orient="horz" pos="4234" userDrawn="1">
          <p15:clr>
            <a:srgbClr val="A4A3A4"/>
          </p15:clr>
        </p15:guide>
        <p15:guide id="3" orient="horz" pos="4065" userDrawn="1">
          <p15:clr>
            <a:srgbClr val="A4A3A4"/>
          </p15:clr>
        </p15:guide>
        <p15:guide id="4" orient="horz" pos="556" userDrawn="1">
          <p15:clr>
            <a:srgbClr val="A4A3A4"/>
          </p15:clr>
        </p15:guide>
        <p15:guide id="5" orient="horz" pos="618" userDrawn="1">
          <p15:clr>
            <a:srgbClr val="A4A3A4"/>
          </p15:clr>
        </p15:guide>
        <p15:guide id="6" pos="2796" userDrawn="1">
          <p15:clr>
            <a:srgbClr val="A4A3A4"/>
          </p15:clr>
        </p15:guide>
        <p15:guide id="7" pos="5465" userDrawn="1">
          <p15:clr>
            <a:srgbClr val="A4A3A4"/>
          </p15:clr>
        </p15:guide>
        <p15:guide id="8" pos="2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5200"/>
    <a:srgbClr val="C06000"/>
    <a:srgbClr val="039ABD"/>
    <a:srgbClr val="1D8DA3"/>
    <a:srgbClr val="099AB7"/>
    <a:srgbClr val="33CCFF"/>
    <a:srgbClr val="CCFFFF"/>
    <a:srgbClr val="F3B10D"/>
    <a:srgbClr val="CCFF66"/>
    <a:srgbClr val="66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howGuides="1">
      <p:cViewPr varScale="1">
        <p:scale>
          <a:sx n="89" d="100"/>
          <a:sy n="89" d="100"/>
        </p:scale>
        <p:origin x="1238" y="-106"/>
      </p:cViewPr>
      <p:guideLst>
        <p:guide orient="horz" pos="2160"/>
        <p:guide orient="horz" pos="4234"/>
        <p:guide orient="horz" pos="4065"/>
        <p:guide orient="horz" pos="556"/>
        <p:guide orient="horz" pos="618"/>
        <p:guide pos="2796"/>
        <p:guide pos="5465"/>
        <p:guide pos="295"/>
      </p:guideLst>
    </p:cSldViewPr>
  </p:slideViewPr>
  <p:notesTextViewPr>
    <p:cViewPr>
      <p:scale>
        <a:sx n="1" d="1"/>
        <a:sy n="1" d="1"/>
      </p:scale>
      <p:origin x="0" y="0"/>
    </p:cViewPr>
  </p:notesTextViewPr>
  <p:notesViewPr>
    <p:cSldViewPr>
      <p:cViewPr varScale="1">
        <p:scale>
          <a:sx n="59" d="100"/>
          <a:sy n="59" d="100"/>
        </p:scale>
        <p:origin x="2454" y="24"/>
      </p:cViewPr>
      <p:guideLst>
        <p:guide orient="horz" pos="2880"/>
        <p:guide pos="2097"/>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1" Type="http://schemas.openxmlformats.org/officeDocument/2006/relationships/tags" Target="tags/tag2.xml"/><Relationship Id="rId40" Type="http://schemas.openxmlformats.org/officeDocument/2006/relationships/tableStyles" Target="tableStyles.xml"/><Relationship Id="rId4" Type="http://schemas.openxmlformats.org/officeDocument/2006/relationships/notesMaster" Target="notesMasters/notesMaster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handoutMaster" Target="handoutMasters/handoutMaster1.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image" Target="../media/image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AB19548-F454-4331-83C2-8A7F164E39A3}"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6E25D8A-A620-4ACE-B1CF-F6E9B44ECD23}"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4CE75B1-D996-41EC-AA92-8E0F9339AE2C}"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ACBB548-4544-46A5-8423-F94A584A1612}"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hyperlink" Target="http://www.nordridesign.com/" TargetMode="Externa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www.nordridesign.com/" TargetMode="External"/><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spTree>
      <p:nvGrpSpPr>
        <p:cNvPr id="1" name=""/>
        <p:cNvGrpSpPr/>
        <p:nvPr/>
      </p:nvGrpSpPr>
      <p:grpSpPr>
        <a:xfrm>
          <a:off x="0" y="0"/>
          <a:ext cx="0" cy="0"/>
          <a:chOff x="0" y="0"/>
          <a:chExt cx="0" cy="0"/>
        </a:xfrm>
      </p:grpSpPr>
      <p:pic>
        <p:nvPicPr>
          <p:cNvPr id="65" name="Picture 5" descr="E:\PAT 图片资源素材\PPT\待整理\精选 0 (13).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5074" r="11656" b="3263"/>
          <a:stretch>
            <a:fillRect/>
          </a:stretch>
        </p:blipFill>
        <p:spPr bwMode="auto">
          <a:xfrm flipV="1">
            <a:off x="3111190" y="-1"/>
            <a:ext cx="6057842" cy="6857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矩形 11"/>
          <p:cNvSpPr>
            <a:spLocks noChangeArrowheads="1"/>
          </p:cNvSpPr>
          <p:nvPr userDrawn="1"/>
        </p:nvSpPr>
        <p:spPr bwMode="auto">
          <a:xfrm>
            <a:off x="19228" y="6886078"/>
            <a:ext cx="9144000" cy="287338"/>
          </a:xfrm>
          <a:prstGeom prst="rect">
            <a:avLst/>
          </a:prstGeom>
          <a:solidFill>
            <a:srgbClr val="BBBFC3">
              <a:alpha val="0"/>
            </a:srgbClr>
          </a:solidFill>
          <a:ln>
            <a:noFill/>
          </a:ln>
        </p:spPr>
        <p:txBody>
          <a:bodyPr anchor="ctr"/>
          <a:lstStyle/>
          <a:p>
            <a:pPr marL="622300" lvl="0"/>
            <a:endParaRPr lang="en-US" altLang="zh-CN" sz="1100" dirty="0">
              <a:cs typeface="Arial" panose="020B0604020202020204" pitchFamily="34" charset="0"/>
            </a:endParaRPr>
          </a:p>
        </p:txBody>
      </p:sp>
      <p:sp>
        <p:nvSpPr>
          <p:cNvPr id="23" name="Rectangle 5">
            <a:hlinkClick r:id="rId3"/>
          </p:cNvPr>
          <p:cNvSpPr txBox="1">
            <a:spLocks noChangeArrowheads="1"/>
          </p:cNvSpPr>
          <p:nvPr userDrawn="1"/>
        </p:nvSpPr>
        <p:spPr bwMode="gray">
          <a:xfrm>
            <a:off x="-17285" y="5876800"/>
            <a:ext cx="3059832" cy="504527"/>
          </a:xfrm>
          <a:prstGeom prst="rect">
            <a:avLst/>
          </a:prstGeom>
          <a:gradFill flip="none" rotWithShape="1">
            <a:gsLst>
              <a:gs pos="0">
                <a:schemeClr val="bg1">
                  <a:alpha val="29000"/>
                </a:schemeClr>
              </a:gs>
              <a:gs pos="100000">
                <a:schemeClr val="bg1">
                  <a:lumMod val="75000"/>
                  <a:alpha val="48000"/>
                </a:schemeClr>
              </a:gs>
            </a:gsLst>
            <a:lin ang="10800000" scaled="1"/>
            <a:tileRect/>
          </a:gradFill>
          <a:ln>
            <a:noFill/>
          </a:ln>
        </p:spPr>
        <p:txBody>
          <a:bodyPr lIns="144000" rIns="504000"/>
          <a:lstStyle>
            <a:lvl1pPr>
              <a:defRPr>
                <a:solidFill>
                  <a:schemeClr val="tx1"/>
                </a:solidFill>
                <a:latin typeface="Arial" panose="020B0604020202020204" pitchFamily="34" charset="0"/>
                <a:ea typeface="黑体" panose="02010609060101010101" pitchFamily="2" charset="-122"/>
              </a:defRPr>
            </a:lvl1pPr>
            <a:lvl2pPr marL="742950" indent="-285750">
              <a:defRPr>
                <a:solidFill>
                  <a:schemeClr val="tx1"/>
                </a:solidFill>
                <a:latin typeface="Arial" panose="020B0604020202020204" pitchFamily="34" charset="0"/>
                <a:ea typeface="黑体" panose="02010609060101010101" pitchFamily="2" charset="-122"/>
              </a:defRPr>
            </a:lvl2pPr>
            <a:lvl3pPr marL="1143000" indent="-228600">
              <a:defRPr>
                <a:solidFill>
                  <a:schemeClr val="tx1"/>
                </a:solidFill>
                <a:latin typeface="Arial" panose="020B0604020202020204" pitchFamily="34" charset="0"/>
                <a:ea typeface="黑体" panose="02010609060101010101" pitchFamily="2" charset="-122"/>
              </a:defRPr>
            </a:lvl3pPr>
            <a:lvl4pPr marL="1600200" indent="-228600">
              <a:defRPr>
                <a:solidFill>
                  <a:schemeClr val="tx1"/>
                </a:solidFill>
                <a:latin typeface="Arial" panose="020B0604020202020204" pitchFamily="34" charset="0"/>
                <a:ea typeface="黑体" panose="02010609060101010101" pitchFamily="2" charset="-122"/>
              </a:defRPr>
            </a:lvl4pPr>
            <a:lvl5pPr marL="2057400" indent="-228600">
              <a:defRPr>
                <a:solidFill>
                  <a:schemeClr val="tx1"/>
                </a:solidFill>
                <a:latin typeface="Arial" panose="020B0604020202020204" pitchFamily="34" charset="0"/>
                <a:ea typeface="黑体" panose="0201060906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9pPr>
          </a:lstStyle>
          <a:p>
            <a:pPr marL="0" indent="355600" algn="l" eaLnBrk="0" hangingPunct="0">
              <a:spcBef>
                <a:spcPct val="60000"/>
              </a:spcBef>
              <a:buClr>
                <a:schemeClr val="accent1"/>
              </a:buClr>
            </a:pPr>
            <a:endParaRPr lang="en-US" altLang="zh-CN" sz="1400" i="1" noProof="1">
              <a:solidFill>
                <a:schemeClr val="bg1"/>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endParaRPr>
          </a:p>
        </p:txBody>
      </p:sp>
      <p:sp>
        <p:nvSpPr>
          <p:cNvPr id="2" name="标题 1"/>
          <p:cNvSpPr>
            <a:spLocks noGrp="1"/>
          </p:cNvSpPr>
          <p:nvPr userDrawn="1">
            <p:ph type="ctrTitle"/>
          </p:nvPr>
        </p:nvSpPr>
        <p:spPr>
          <a:xfrm>
            <a:off x="468313" y="2132856"/>
            <a:ext cx="6047903" cy="639678"/>
          </a:xfrm>
          <a:prstGeom prst="rect">
            <a:avLst/>
          </a:prstGeom>
        </p:spPr>
        <p:txBody>
          <a:bodyPr>
            <a:noAutofit/>
          </a:bodyPr>
          <a:lstStyle>
            <a:lvl1pPr algn="l">
              <a:defRPr sz="5400" b="1">
                <a:solidFill>
                  <a:schemeClr val="tx1"/>
                </a:solidFill>
                <a:latin typeface="+mj-ea"/>
                <a:ea typeface="+mj-ea"/>
              </a:defRPr>
            </a:lvl1pPr>
          </a:lstStyle>
          <a:p>
            <a:r>
              <a:rPr lang="zh-CN" altLang="en-US" smtClean="0"/>
              <a:t>单击此处编辑母版标题样式</a:t>
            </a:r>
            <a:endParaRPr lang="zh-CN" altLang="en-US" dirty="0"/>
          </a:p>
        </p:txBody>
      </p:sp>
      <p:sp>
        <p:nvSpPr>
          <p:cNvPr id="3" name="副标题 2"/>
          <p:cNvSpPr>
            <a:spLocks noGrp="1"/>
          </p:cNvSpPr>
          <p:nvPr userDrawn="1">
            <p:ph type="subTitle" idx="1" hasCustomPrompt="1"/>
          </p:nvPr>
        </p:nvSpPr>
        <p:spPr>
          <a:xfrm>
            <a:off x="468314" y="2952936"/>
            <a:ext cx="6047292" cy="372244"/>
          </a:xfrm>
          <a:prstGeom prst="rect">
            <a:avLst/>
          </a:prstGeom>
        </p:spPr>
        <p:txBody>
          <a:bodyPr>
            <a:noAutofit/>
          </a:bodyPr>
          <a:lstStyle>
            <a:lvl1pPr marL="0" indent="0" algn="l">
              <a:buNone/>
              <a:defRPr sz="3600">
                <a:solidFill>
                  <a:schemeClr val="tx1"/>
                </a:solidFill>
                <a:latin typeface="+mj-ea"/>
                <a:ea typeface="+mj-ea"/>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单击以编辑母版副标题样式</a:t>
            </a:r>
            <a:endParaRPr lang="zh-CN" alt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sz="3600"/>
            </a:lvl1pPr>
          </a:lstStyle>
          <a:p>
            <a:r>
              <a:rPr lang="zh-CN" altLang="en-US" smtClean="0"/>
              <a:t>单击此处编辑母版标题样式</a:t>
            </a:r>
            <a:endParaRPr lang="zh-CN" altLang="en-US" dirty="0"/>
          </a:p>
        </p:txBody>
      </p:sp>
      <p:sp>
        <p:nvSpPr>
          <p:cNvPr id="3" name="页脚占位符 2"/>
          <p:cNvSpPr>
            <a:spLocks noGrp="1"/>
          </p:cNvSpPr>
          <p:nvPr>
            <p:ph type="ftr" sz="quarter" idx="10"/>
          </p:nvPr>
        </p:nvSpPr>
        <p:spPr/>
        <p:txBody>
          <a:bodyPr/>
          <a:lstStyle/>
          <a:p>
            <a:endParaRPr lang="zh-CN" altLang="en-US" dirty="0"/>
          </a:p>
        </p:txBody>
      </p:sp>
      <p:sp>
        <p:nvSpPr>
          <p:cNvPr id="4" name="灯片编号占位符 3"/>
          <p:cNvSpPr>
            <a:spLocks noGrp="1"/>
          </p:cNvSpPr>
          <p:nvPr>
            <p:ph type="sldNum" sz="quarter" idx="11"/>
          </p:nvPr>
        </p:nvSpPr>
        <p:spPr/>
        <p:txBody>
          <a:bodyPr/>
          <a:lstStyle/>
          <a:p>
            <a:r>
              <a:rPr lang="en-US" altLang="zh-CN" dirty="0" smtClean="0"/>
              <a:t>P</a:t>
            </a:r>
            <a:fld id="{62DCC93C-90AC-48A1-9D9E-CBAB17A91522}" type="slidenum">
              <a:rPr lang="zh-CN" altLang="en-US" dirty="0" smtClean="0"/>
            </a:fld>
            <a:endParaRPr lang="zh-CN" altLang="en-US" dirty="0"/>
          </a:p>
        </p:txBody>
      </p:sp>
      <p:sp>
        <p:nvSpPr>
          <p:cNvPr id="5" name="内容占位符 8"/>
          <p:cNvSpPr>
            <a:spLocks noGrp="1"/>
          </p:cNvSpPr>
          <p:nvPr>
            <p:ph sz="quarter" idx="12" hasCustomPrompt="1"/>
          </p:nvPr>
        </p:nvSpPr>
        <p:spPr>
          <a:xfrm>
            <a:off x="468312" y="981075"/>
            <a:ext cx="8207376" cy="5400675"/>
          </a:xfrm>
        </p:spPr>
        <p:txBody>
          <a:bodyPr/>
          <a:lstStyle>
            <a:lvl1pPr>
              <a:lnSpc>
                <a:spcPct val="120000"/>
              </a:lnSpc>
              <a:buClr>
                <a:srgbClr val="7030A0"/>
              </a:buClr>
              <a:buSzPct val="70000"/>
              <a:buFont typeface="Wingdings" panose="05000000000000000000" pitchFamily="2" charset="2"/>
              <a:buChar char="n"/>
              <a:defRPr sz="2600" baseline="0"/>
            </a:lvl1pPr>
            <a:lvl2pPr marL="742950" indent="-285750">
              <a:buFont typeface="Wingdings" panose="05000000000000000000" pitchFamily="2" charset="2"/>
              <a:buChar char="l"/>
              <a:defRPr sz="2200"/>
            </a:lvl2pPr>
            <a:lvl3pPr>
              <a:defRPr sz="1600"/>
            </a:lvl3pPr>
          </a:lstStyle>
          <a:p>
            <a:pPr lvl="0"/>
            <a:r>
              <a:rPr lang="zh-CN" altLang="en-US" dirty="0" smtClean="0"/>
              <a:t>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pic>
        <p:nvPicPr>
          <p:cNvPr id="6" name="Picture 2"/>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tretch>
            <a:fillRect/>
          </a:stretch>
        </p:blipFill>
        <p:spPr bwMode="auto">
          <a:xfrm>
            <a:off x="477838" y="6381750"/>
            <a:ext cx="8188325" cy="11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页脚占位符 2"/>
          <p:cNvSpPr>
            <a:spLocks noGrp="1"/>
          </p:cNvSpPr>
          <p:nvPr>
            <p:ph type="ftr" sz="quarter" idx="10"/>
          </p:nvPr>
        </p:nvSpPr>
        <p:spPr/>
        <p:txBody>
          <a:bodyPr/>
          <a:lstStyle/>
          <a:p>
            <a:endParaRPr lang="zh-CN" altLang="en-US" dirty="0"/>
          </a:p>
        </p:txBody>
      </p:sp>
      <p:sp>
        <p:nvSpPr>
          <p:cNvPr id="5" name="灯片编号占位符 3"/>
          <p:cNvSpPr>
            <a:spLocks noGrp="1"/>
          </p:cNvSpPr>
          <p:nvPr>
            <p:ph type="sldNum" sz="quarter" idx="11"/>
          </p:nvPr>
        </p:nvSpPr>
        <p:spPr>
          <a:xfrm>
            <a:off x="468313" y="6453188"/>
            <a:ext cx="1007343" cy="268287"/>
          </a:xfrm>
        </p:spPr>
        <p:txBody>
          <a:bodyPr/>
          <a:lstStyle/>
          <a:p>
            <a:r>
              <a:rPr lang="en-US" altLang="zh-CN" dirty="0" smtClean="0"/>
              <a:t>P</a:t>
            </a:r>
            <a:fld id="{62DCC93C-90AC-48A1-9D9E-CBAB17A91522}" type="slidenum">
              <a:rPr lang="zh-CN" altLang="en-US" dirty="0" smtClean="0"/>
            </a:fld>
            <a:endParaRPr lang="zh-CN" altLang="en-US" dirty="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showMasterSp="0" userDrawn="1">
  <p:cSld name="空白">
    <p:spTree>
      <p:nvGrpSpPr>
        <p:cNvPr id="1" name=""/>
        <p:cNvGrpSpPr/>
        <p:nvPr/>
      </p:nvGrpSpPr>
      <p:grpSpPr>
        <a:xfrm>
          <a:off x="0" y="0"/>
          <a:ext cx="0" cy="0"/>
          <a:chOff x="0" y="0"/>
          <a:chExt cx="0" cy="0"/>
        </a:xfrm>
      </p:grpSpPr>
      <p:sp>
        <p:nvSpPr>
          <p:cNvPr id="3" name="页脚占位符 2"/>
          <p:cNvSpPr>
            <a:spLocks noGrp="1"/>
          </p:cNvSpPr>
          <p:nvPr>
            <p:ph type="ftr" sz="quarter" idx="10"/>
          </p:nvPr>
        </p:nvSpPr>
        <p:spPr/>
        <p:txBody>
          <a:bodyPr/>
          <a:lstStyle/>
          <a:p>
            <a:endParaRPr lang="zh-CN" altLang="en-US" dirty="0"/>
          </a:p>
        </p:txBody>
      </p:sp>
      <p:sp>
        <p:nvSpPr>
          <p:cNvPr id="6" name="灯片编号占位符 3"/>
          <p:cNvSpPr>
            <a:spLocks noGrp="1"/>
          </p:cNvSpPr>
          <p:nvPr>
            <p:ph type="sldNum" sz="quarter" idx="11"/>
          </p:nvPr>
        </p:nvSpPr>
        <p:spPr>
          <a:xfrm>
            <a:off x="468313" y="6453188"/>
            <a:ext cx="1007343" cy="268287"/>
          </a:xfrm>
        </p:spPr>
        <p:txBody>
          <a:bodyPr/>
          <a:lstStyle/>
          <a:p>
            <a:r>
              <a:rPr lang="en-US" altLang="zh-CN" dirty="0" smtClean="0"/>
              <a:t>P</a:t>
            </a:r>
            <a:fld id="{62DCC93C-90AC-48A1-9D9E-CBAB17A91522}" type="slidenum">
              <a:rPr lang="zh-CN" altLang="en-US" dirty="0" smtClean="0"/>
            </a:fld>
            <a:endParaRPr lang="zh-CN" altLang="en-US" dirty="0"/>
          </a:p>
        </p:txBody>
      </p:sp>
      <p:sp>
        <p:nvSpPr>
          <p:cNvPr id="7" name="矩形 11"/>
          <p:cNvSpPr>
            <a:spLocks noChangeArrowheads="1"/>
          </p:cNvSpPr>
          <p:nvPr userDrawn="1"/>
        </p:nvSpPr>
        <p:spPr bwMode="auto">
          <a:xfrm>
            <a:off x="0" y="6864350"/>
            <a:ext cx="9144000" cy="287338"/>
          </a:xfrm>
          <a:prstGeom prst="rect">
            <a:avLst/>
          </a:prstGeom>
          <a:solidFill>
            <a:srgbClr val="BBBFC3">
              <a:alpha val="0"/>
            </a:srgbClr>
          </a:solidFill>
          <a:ln>
            <a:noFill/>
          </a:ln>
        </p:spPr>
        <p:txBody>
          <a:bodyPr anchor="ctr"/>
          <a:lstStyle/>
          <a:p>
            <a:pPr marL="622300" lvl="0"/>
            <a:endParaRPr lang="en-US" altLang="zh-CN" sz="1100" dirty="0">
              <a:cs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配色方案说明">
    <p:spTree>
      <p:nvGrpSpPr>
        <p:cNvPr id="1" name=""/>
        <p:cNvGrpSpPr/>
        <p:nvPr/>
      </p:nvGrpSpPr>
      <p:grpSpPr>
        <a:xfrm>
          <a:off x="0" y="0"/>
          <a:ext cx="0" cy="0"/>
          <a:chOff x="0" y="0"/>
          <a:chExt cx="0" cy="0"/>
        </a:xfrm>
      </p:grpSpPr>
      <p:sp>
        <p:nvSpPr>
          <p:cNvPr id="56" name="日期占位符 55"/>
          <p:cNvSpPr>
            <a:spLocks noGrp="1"/>
          </p:cNvSpPr>
          <p:nvPr>
            <p:ph type="dt" sz="half" idx="14"/>
          </p:nvPr>
        </p:nvSpPr>
        <p:spPr/>
        <p:txBody>
          <a:bodyPr/>
          <a:lstStyle/>
          <a:p>
            <a:endParaRPr lang="zh-CN" altLang="en-US"/>
          </a:p>
        </p:txBody>
      </p:sp>
      <p:sp>
        <p:nvSpPr>
          <p:cNvPr id="57" name="页脚占位符 56"/>
          <p:cNvSpPr>
            <a:spLocks noGrp="1"/>
          </p:cNvSpPr>
          <p:nvPr>
            <p:ph type="ftr" sz="quarter" idx="15"/>
          </p:nvPr>
        </p:nvSpPr>
        <p:spPr/>
        <p:txBody>
          <a:bodyPr/>
          <a:lstStyle/>
          <a:p>
            <a:endParaRPr lang="zh-CN" altLang="en-US" dirty="0"/>
          </a:p>
        </p:txBody>
      </p:sp>
      <p:sp>
        <p:nvSpPr>
          <p:cNvPr id="58" name="灯片编号占位符 57"/>
          <p:cNvSpPr>
            <a:spLocks noGrp="1"/>
          </p:cNvSpPr>
          <p:nvPr>
            <p:ph type="sldNum" sz="quarter" idx="16"/>
          </p:nvPr>
        </p:nvSpPr>
        <p:spPr/>
        <p:txBody>
          <a:bodyPr/>
          <a:lstStyle/>
          <a:p>
            <a:r>
              <a:rPr lang="en-US" altLang="zh-CN" smtClean="0"/>
              <a:t>P</a:t>
            </a:r>
            <a:fld id="{62DCC93C-90AC-48A1-9D9E-CBAB17A91522}" type="slidenum">
              <a:rPr lang="zh-CN" altLang="en-US" smtClean="0"/>
            </a:fld>
            <a:endParaRPr lang="zh-CN" altLang="en-US" dirty="0"/>
          </a:p>
        </p:txBody>
      </p:sp>
      <p:grpSp>
        <p:nvGrpSpPr>
          <p:cNvPr id="2" name="组合 1"/>
          <p:cNvGrpSpPr/>
          <p:nvPr userDrawn="1"/>
        </p:nvGrpSpPr>
        <p:grpSpPr>
          <a:xfrm>
            <a:off x="741702" y="1398826"/>
            <a:ext cx="7672274" cy="4811474"/>
            <a:chOff x="468311" y="1227376"/>
            <a:chExt cx="8219055" cy="5154374"/>
          </a:xfrm>
        </p:grpSpPr>
        <p:sp>
          <p:nvSpPr>
            <p:cNvPr id="6" name="矩形 5"/>
            <p:cNvSpPr/>
            <p:nvPr userDrawn="1"/>
          </p:nvSpPr>
          <p:spPr bwMode="auto">
            <a:xfrm>
              <a:off x="7477213" y="2816932"/>
              <a:ext cx="1210153" cy="1213910"/>
            </a:xfrm>
            <a:prstGeom prst="rect">
              <a:avLst/>
            </a:prstGeom>
            <a:gradFill flip="none" rotWithShape="1">
              <a:gsLst>
                <a:gs pos="100000">
                  <a:schemeClr val="bg1">
                    <a:alpha val="0"/>
                  </a:schemeClr>
                </a:gs>
                <a:gs pos="0">
                  <a:schemeClr val="bg1">
                    <a:lumMod val="95000"/>
                    <a:alpha val="0"/>
                  </a:schemeClr>
                </a:gs>
                <a:gs pos="47000">
                  <a:schemeClr val="bg1">
                    <a:lumMod val="85000"/>
                  </a:schemeClr>
                </a:gs>
              </a:gsLst>
              <a:lin ang="16200000" scaled="1"/>
              <a:tileRect/>
            </a:gradFill>
            <a:ln>
              <a:noFill/>
            </a:ln>
          </p:spPr>
          <p:txBody>
            <a:bodyPr vert="horz" wrap="square" lIns="91440" tIns="45720" rIns="91440" bIns="45720" numCol="1" rtlCol="0" anchor="t" anchorCtr="0" compatLnSpc="1"/>
            <a:lstStyle/>
            <a:p>
              <a:pPr algn="ctr"/>
              <a:endParaRPr lang="zh-CN" altLang="en-US"/>
            </a:p>
          </p:txBody>
        </p:sp>
        <p:sp>
          <p:nvSpPr>
            <p:cNvPr id="7" name="矩形 6"/>
            <p:cNvSpPr/>
            <p:nvPr userDrawn="1"/>
          </p:nvSpPr>
          <p:spPr bwMode="auto">
            <a:xfrm>
              <a:off x="3266666" y="2816932"/>
              <a:ext cx="1210153" cy="1213910"/>
            </a:xfrm>
            <a:prstGeom prst="rect">
              <a:avLst/>
            </a:prstGeom>
            <a:gradFill flip="none" rotWithShape="1">
              <a:gsLst>
                <a:gs pos="100000">
                  <a:schemeClr val="bg1">
                    <a:alpha val="0"/>
                  </a:schemeClr>
                </a:gs>
                <a:gs pos="0">
                  <a:schemeClr val="bg1">
                    <a:lumMod val="95000"/>
                    <a:alpha val="0"/>
                  </a:schemeClr>
                </a:gs>
                <a:gs pos="47000">
                  <a:schemeClr val="bg1">
                    <a:lumMod val="85000"/>
                  </a:schemeClr>
                </a:gs>
              </a:gsLst>
              <a:lin ang="16200000" scaled="1"/>
              <a:tileRect/>
            </a:gradFill>
            <a:ln>
              <a:noFill/>
            </a:ln>
          </p:spPr>
          <p:txBody>
            <a:bodyPr vert="horz" wrap="square" lIns="91440" tIns="45720" rIns="91440" bIns="45720" numCol="1" rtlCol="0" anchor="t" anchorCtr="0" compatLnSpc="1"/>
            <a:lstStyle/>
            <a:p>
              <a:pPr algn="ctr"/>
              <a:endParaRPr lang="zh-CN" altLang="en-US"/>
            </a:p>
          </p:txBody>
        </p:sp>
        <p:sp>
          <p:nvSpPr>
            <p:cNvPr id="8" name="矩形 7"/>
            <p:cNvSpPr/>
            <p:nvPr userDrawn="1"/>
          </p:nvSpPr>
          <p:spPr bwMode="auto">
            <a:xfrm>
              <a:off x="468314" y="2816932"/>
              <a:ext cx="2606725" cy="1213910"/>
            </a:xfrm>
            <a:prstGeom prst="rect">
              <a:avLst/>
            </a:prstGeom>
            <a:gradFill flip="none" rotWithShape="1">
              <a:gsLst>
                <a:gs pos="100000">
                  <a:schemeClr val="bg1">
                    <a:alpha val="0"/>
                  </a:schemeClr>
                </a:gs>
                <a:gs pos="0">
                  <a:schemeClr val="bg1">
                    <a:lumMod val="95000"/>
                    <a:alpha val="0"/>
                  </a:schemeClr>
                </a:gs>
                <a:gs pos="47000">
                  <a:schemeClr val="bg1">
                    <a:lumMod val="85000"/>
                  </a:schemeClr>
                </a:gs>
              </a:gsLst>
              <a:lin ang="16200000" scaled="1"/>
              <a:tileRect/>
            </a:gradFill>
            <a:ln>
              <a:noFill/>
            </a:ln>
          </p:spPr>
          <p:txBody>
            <a:bodyPr vert="horz" wrap="square" lIns="91440" tIns="45720" rIns="91440" bIns="45720" numCol="1" rtlCol="0" anchor="t" anchorCtr="0" compatLnSpc="1"/>
            <a:lstStyle/>
            <a:p>
              <a:pPr algn="ctr"/>
              <a:endParaRPr lang="zh-CN" altLang="en-US"/>
            </a:p>
          </p:txBody>
        </p:sp>
        <p:sp>
          <p:nvSpPr>
            <p:cNvPr id="10" name="左大括号 9"/>
            <p:cNvSpPr/>
            <p:nvPr userDrawn="1"/>
          </p:nvSpPr>
          <p:spPr>
            <a:xfrm rot="5400000">
              <a:off x="4342637" y="-2230069"/>
              <a:ext cx="454784" cy="8203433"/>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椭圆 10"/>
            <p:cNvSpPr/>
            <p:nvPr userDrawn="1"/>
          </p:nvSpPr>
          <p:spPr bwMode="auto">
            <a:xfrm>
              <a:off x="468313" y="2564904"/>
              <a:ext cx="504056" cy="504056"/>
            </a:xfrm>
            <a:prstGeom prst="ellipse">
              <a:avLst/>
            </a:prstGeom>
            <a:solidFill>
              <a:schemeClr val="bg1"/>
            </a:solidFill>
            <a:ln>
              <a:solidFill>
                <a:schemeClr val="bg1">
                  <a:lumMod val="85000"/>
                </a:schemeClr>
              </a:solid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2" name="椭圆 11"/>
            <p:cNvSpPr/>
            <p:nvPr userDrawn="1"/>
          </p:nvSpPr>
          <p:spPr bwMode="auto">
            <a:xfrm>
              <a:off x="1169203" y="2564904"/>
              <a:ext cx="504056" cy="504056"/>
            </a:xfrm>
            <a:prstGeom prst="ellipse">
              <a:avLst/>
            </a:prstGeom>
            <a:solidFill>
              <a:schemeClr val="tx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2</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3" name="椭圆 12"/>
            <p:cNvSpPr/>
            <p:nvPr userDrawn="1"/>
          </p:nvSpPr>
          <p:spPr bwMode="auto">
            <a:xfrm>
              <a:off x="1870093" y="2564904"/>
              <a:ext cx="504056" cy="504056"/>
            </a:xfrm>
            <a:prstGeom prst="ellipse">
              <a:avLst/>
            </a:prstGeom>
            <a:solidFill>
              <a:schemeClr val="bg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3</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4" name="椭圆 13"/>
            <p:cNvSpPr/>
            <p:nvPr userDrawn="1"/>
          </p:nvSpPr>
          <p:spPr bwMode="auto">
            <a:xfrm>
              <a:off x="2570983" y="2564904"/>
              <a:ext cx="504056" cy="504056"/>
            </a:xfrm>
            <a:prstGeom prst="ellipse">
              <a:avLst/>
            </a:prstGeom>
            <a:solidFill>
              <a:schemeClr val="tx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4</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5" name="椭圆 14"/>
            <p:cNvSpPr/>
            <p:nvPr userDrawn="1"/>
          </p:nvSpPr>
          <p:spPr bwMode="auto">
            <a:xfrm>
              <a:off x="3271873" y="2564904"/>
              <a:ext cx="504056" cy="504056"/>
            </a:xfrm>
            <a:prstGeom prst="ellipse">
              <a:avLst/>
            </a:prstGeom>
            <a:solidFill>
              <a:schemeClr val="accent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5</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6" name="椭圆 15"/>
            <p:cNvSpPr/>
            <p:nvPr userDrawn="1"/>
          </p:nvSpPr>
          <p:spPr bwMode="auto">
            <a:xfrm>
              <a:off x="3972763" y="2564904"/>
              <a:ext cx="504056" cy="504056"/>
            </a:xfrm>
            <a:prstGeom prst="ellipse">
              <a:avLst/>
            </a:prstGeom>
            <a:solidFill>
              <a:schemeClr val="accent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6</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7" name="椭圆 16"/>
            <p:cNvSpPr/>
            <p:nvPr userDrawn="1"/>
          </p:nvSpPr>
          <p:spPr bwMode="auto">
            <a:xfrm>
              <a:off x="4673653" y="2564904"/>
              <a:ext cx="504056" cy="504056"/>
            </a:xfrm>
            <a:prstGeom prst="ellipse">
              <a:avLst/>
            </a:prstGeom>
            <a:solidFill>
              <a:schemeClr val="accent3"/>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7</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8" name="椭圆 17"/>
            <p:cNvSpPr/>
            <p:nvPr userDrawn="1"/>
          </p:nvSpPr>
          <p:spPr bwMode="auto">
            <a:xfrm>
              <a:off x="5374543" y="2564904"/>
              <a:ext cx="504056" cy="504056"/>
            </a:xfrm>
            <a:prstGeom prst="ellipse">
              <a:avLst/>
            </a:prstGeom>
            <a:solidFill>
              <a:schemeClr val="accent4"/>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8</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19" name="椭圆 18"/>
            <p:cNvSpPr/>
            <p:nvPr userDrawn="1"/>
          </p:nvSpPr>
          <p:spPr bwMode="auto">
            <a:xfrm>
              <a:off x="6075433" y="2564904"/>
              <a:ext cx="504056" cy="504056"/>
            </a:xfrm>
            <a:prstGeom prst="ellipse">
              <a:avLst/>
            </a:prstGeom>
            <a:solidFill>
              <a:schemeClr val="accent5"/>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9</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0" name="椭圆 19"/>
            <p:cNvSpPr/>
            <p:nvPr userDrawn="1"/>
          </p:nvSpPr>
          <p:spPr bwMode="auto">
            <a:xfrm>
              <a:off x="6776323" y="2564904"/>
              <a:ext cx="504056" cy="504056"/>
            </a:xfrm>
            <a:prstGeom prst="ellipse">
              <a:avLst/>
            </a:prstGeom>
            <a:solidFill>
              <a:schemeClr val="accent6"/>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10</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1" name="椭圆 20"/>
            <p:cNvSpPr/>
            <p:nvPr userDrawn="1"/>
          </p:nvSpPr>
          <p:spPr bwMode="auto">
            <a:xfrm>
              <a:off x="7477213" y="2564904"/>
              <a:ext cx="504056" cy="504056"/>
            </a:xfrm>
            <a:prstGeom prst="ellipse">
              <a:avLst/>
            </a:prstGeom>
            <a:solidFill>
              <a:srgbClr val="0070C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2" name="椭圆 21"/>
            <p:cNvSpPr/>
            <p:nvPr userDrawn="1"/>
          </p:nvSpPr>
          <p:spPr bwMode="auto">
            <a:xfrm>
              <a:off x="8178102" y="2564904"/>
              <a:ext cx="504056" cy="504056"/>
            </a:xfrm>
            <a:prstGeom prst="ellipse">
              <a:avLst/>
            </a:prstGeom>
            <a:solidFill>
              <a:srgbClr val="7030A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23" name="左大括号 22"/>
            <p:cNvSpPr/>
            <p:nvPr userDrawn="1"/>
          </p:nvSpPr>
          <p:spPr>
            <a:xfrm rot="5400000">
              <a:off x="3736233" y="1751874"/>
              <a:ext cx="227392" cy="115611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4" name="左大括号 23"/>
            <p:cNvSpPr/>
            <p:nvPr userDrawn="1"/>
          </p:nvSpPr>
          <p:spPr>
            <a:xfrm rot="5400000">
              <a:off x="5887737" y="1050984"/>
              <a:ext cx="227392" cy="255789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左大括号 24"/>
            <p:cNvSpPr/>
            <p:nvPr userDrawn="1"/>
          </p:nvSpPr>
          <p:spPr>
            <a:xfrm rot="5400000">
              <a:off x="7941572" y="1751874"/>
              <a:ext cx="227392" cy="115611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左大括号 25"/>
            <p:cNvSpPr/>
            <p:nvPr userDrawn="1"/>
          </p:nvSpPr>
          <p:spPr>
            <a:xfrm rot="5400000">
              <a:off x="1605452" y="1079093"/>
              <a:ext cx="227392" cy="2501673"/>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左大括号 26"/>
            <p:cNvSpPr/>
            <p:nvPr userDrawn="1"/>
          </p:nvSpPr>
          <p:spPr>
            <a:xfrm rot="5400000" flipH="1">
              <a:off x="4342828" y="632797"/>
              <a:ext cx="415982" cy="8165010"/>
            </a:xfrm>
            <a:prstGeom prst="leftBrace">
              <a:avLst>
                <a:gd name="adj1" fmla="val 51183"/>
                <a:gd name="adj2" fmla="val 50000"/>
              </a:avLst>
            </a:prstGeom>
            <a:ln w="3175">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内容占位符 4"/>
            <p:cNvSpPr txBox="1"/>
            <p:nvPr userDrawn="1"/>
          </p:nvSpPr>
          <p:spPr>
            <a:xfrm>
              <a:off x="468314" y="5008949"/>
              <a:ext cx="8203430" cy="425203"/>
            </a:xfrm>
            <a:prstGeom prst="rect">
              <a:avLst/>
            </a:prstGeom>
            <a:noFill/>
          </p:spPr>
          <p:txBody>
            <a:bodyPr vert="horz" lIns="91440" tIns="45720" rIns="91440" bIns="45720" rtlCol="0" anchor="ctr">
              <a:noAutofit/>
            </a:bodyPr>
            <a:lst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j-ea"/>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j-ea"/>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j-ea"/>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Font typeface="Arial" panose="020B0604020202020204" pitchFamily="34" charset="0"/>
                <a:buNone/>
              </a:pPr>
              <a:r>
                <a:rPr lang="en-US" altLang="zh-CN" sz="1600" b="1" dirty="0">
                  <a:solidFill>
                    <a:schemeClr val="bg1">
                      <a:lumMod val="50000"/>
                    </a:schemeClr>
                  </a:solidFill>
                </a:rPr>
                <a:t>2003</a:t>
              </a:r>
              <a:r>
                <a:rPr lang="zh-CN" altLang="en-US" sz="1600" b="1" dirty="0">
                  <a:solidFill>
                    <a:schemeClr val="bg1">
                      <a:lumMod val="50000"/>
                    </a:schemeClr>
                  </a:solidFill>
                </a:rPr>
                <a:t>版本配色方案 </a:t>
              </a:r>
              <a:r>
                <a:rPr lang="zh-CN" altLang="en-US" sz="1600" b="1" dirty="0" smtClean="0"/>
                <a:t>（</a:t>
              </a:r>
              <a:r>
                <a:rPr lang="en-US" altLang="zh-CN" sz="1600" b="1" dirty="0" smtClean="0"/>
                <a:t>8</a:t>
              </a:r>
              <a:r>
                <a:rPr lang="zh-CN" altLang="en-US" sz="1600" b="1" dirty="0" smtClean="0"/>
                <a:t>种配色）</a:t>
              </a:r>
              <a:endParaRPr lang="zh-CN" altLang="en-US" sz="1600" b="1" dirty="0"/>
            </a:p>
          </p:txBody>
        </p:sp>
        <p:sp>
          <p:nvSpPr>
            <p:cNvPr id="29" name="TextBox 28"/>
            <p:cNvSpPr txBox="1"/>
            <p:nvPr userDrawn="1"/>
          </p:nvSpPr>
          <p:spPr>
            <a:xfrm>
              <a:off x="1305749" y="1916832"/>
              <a:ext cx="889987" cy="2779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文字与背景</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30" name="TextBox 29"/>
            <p:cNvSpPr txBox="1"/>
            <p:nvPr userDrawn="1"/>
          </p:nvSpPr>
          <p:spPr>
            <a:xfrm>
              <a:off x="3555616" y="1916832"/>
              <a:ext cx="588624" cy="2695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常用色</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31" name="TextBox 30"/>
            <p:cNvSpPr txBox="1"/>
            <p:nvPr userDrawn="1"/>
          </p:nvSpPr>
          <p:spPr>
            <a:xfrm>
              <a:off x="5707120" y="1916832"/>
              <a:ext cx="588624" cy="2695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辅助色</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
          <p:nvSpPr>
            <p:cNvPr id="32" name="TextBox 31"/>
            <p:cNvSpPr txBox="1"/>
            <p:nvPr userDrawn="1"/>
          </p:nvSpPr>
          <p:spPr>
            <a:xfrm>
              <a:off x="7729242" y="1916832"/>
              <a:ext cx="588623" cy="269561"/>
            </a:xfrm>
            <a:prstGeom prst="rect">
              <a:avLst/>
            </a:prstGeom>
            <a:noFill/>
          </p:spPr>
          <p:txBody>
            <a:bodyPr wrap="none" rtlCol="0">
              <a:spAutoFit/>
            </a:bodyPr>
            <a:lstStyle/>
            <a:p>
              <a:pPr algn="ctr">
                <a:lnSpc>
                  <a:spcPct val="120000"/>
                </a:lnSpc>
              </a:pPr>
              <a:r>
                <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链接色</a:t>
              </a:r>
              <a:endParaRPr lang="zh-CN" altLang="en-US" sz="1050"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cxnSp>
          <p:nvCxnSpPr>
            <p:cNvPr id="33" name="直接连接符 32"/>
            <p:cNvCxnSpPr>
              <a:stCxn id="11" idx="7"/>
              <a:endCxn id="11" idx="3"/>
            </p:cNvCxnSpPr>
            <p:nvPr userDrawn="1"/>
          </p:nvCxnSpPr>
          <p:spPr>
            <a:xfrm flipH="1">
              <a:off x="54213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34" name="直接连接符 33"/>
            <p:cNvCxnSpPr>
              <a:stCxn id="12" idx="7"/>
              <a:endCxn id="12" idx="3"/>
            </p:cNvCxnSpPr>
            <p:nvPr userDrawn="1"/>
          </p:nvCxnSpPr>
          <p:spPr>
            <a:xfrm flipH="1">
              <a:off x="124302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35" name="直接连接符 34"/>
            <p:cNvCxnSpPr>
              <a:stCxn id="13" idx="7"/>
              <a:endCxn id="13" idx="3"/>
            </p:cNvCxnSpPr>
            <p:nvPr userDrawn="1"/>
          </p:nvCxnSpPr>
          <p:spPr>
            <a:xfrm flipH="1">
              <a:off x="194391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36" name="直接连接符 35"/>
            <p:cNvCxnSpPr>
              <a:stCxn id="14" idx="7"/>
              <a:endCxn id="14" idx="3"/>
            </p:cNvCxnSpPr>
            <p:nvPr userDrawn="1"/>
          </p:nvCxnSpPr>
          <p:spPr>
            <a:xfrm flipH="1">
              <a:off x="2644800" y="2638721"/>
              <a:ext cx="356422" cy="356422"/>
            </a:xfrm>
            <a:prstGeom prst="line">
              <a:avLst/>
            </a:prstGeom>
          </p:spPr>
          <p:style>
            <a:lnRef idx="1">
              <a:schemeClr val="accent5"/>
            </a:lnRef>
            <a:fillRef idx="0">
              <a:schemeClr val="accent5"/>
            </a:fillRef>
            <a:effectRef idx="0">
              <a:schemeClr val="accent5"/>
            </a:effectRef>
            <a:fontRef idx="minor">
              <a:schemeClr val="tx1"/>
            </a:fontRef>
          </p:style>
        </p:cxnSp>
        <p:sp>
          <p:nvSpPr>
            <p:cNvPr id="37" name="TextBox 36"/>
            <p:cNvSpPr txBox="1"/>
            <p:nvPr userDrawn="1"/>
          </p:nvSpPr>
          <p:spPr>
            <a:xfrm>
              <a:off x="468314" y="5610918"/>
              <a:ext cx="8203430" cy="770832"/>
            </a:xfrm>
            <a:prstGeom prst="rect">
              <a:avLst/>
            </a:prstGeom>
            <a:solidFill>
              <a:schemeClr val="accent1">
                <a:lumMod val="20000"/>
                <a:lumOff val="80000"/>
                <a:alpha val="27843"/>
              </a:schemeClr>
            </a:solidFill>
            <a:ln w="3175">
              <a:solidFill>
                <a:schemeClr val="bg1">
                  <a:lumMod val="75000"/>
                </a:schemeClr>
              </a:solidFill>
            </a:ln>
          </p:spPr>
          <p:txBody>
            <a:bodyPr wrap="square" rtlCol="0" anchor="ctr">
              <a:noAutofit/>
            </a:bodyPr>
            <a:lstStyle/>
            <a:p>
              <a:pPr>
                <a:lnSpc>
                  <a:spcPct val="120000"/>
                </a:lnSpc>
              </a:pPr>
              <a:r>
                <a:rPr lang="zh-CN" altLang="en-US" sz="800" b="1" dirty="0" smtClean="0">
                  <a:solidFill>
                    <a:prstClr val="black"/>
                  </a:solidFill>
                  <a:latin typeface="Arial" panose="020B0604020202020204" pitchFamily="34" charset="0"/>
                  <a:ea typeface="微软雅黑" panose="020B0503020204020204" pitchFamily="34" charset="-122"/>
                  <a:cs typeface="Arial" panose="020B0604020202020204" pitchFamily="34" charset="0"/>
                </a:rPr>
                <a:t>配色规则：</a:t>
              </a:r>
              <a:endParaRPr lang="en-US" altLang="zh-CN" sz="800" b="1" dirty="0"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通常情况下，配色方案中的前四种色彩文</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“字与背景色”固定不变。常用色与模板</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/logo/</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企业标准色一致。辅助色可根据对色彩的要求进行调整。链接色可根据需求进行调整。</a:t>
              </a:r>
              <a:endPar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配色方案的编辑：</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07/10</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版本</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设计</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菜单中 </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颜色</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中修改；</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03</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版本</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格式</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菜单</a:t>
              </a:r>
              <a:r>
                <a:rPr lang="en-US" altLang="zh-CN" sz="8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幻灯片设计</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 </a:t>
              </a:r>
              <a:r>
                <a:rPr lang="en-US" altLang="zh-CN" sz="800" dirty="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sym typeface="Wingdings" panose="05000000000000000000" pitchFamily="2" charset="2"/>
                </a:rPr>
                <a:t></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r>
                <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配色方案</a:t>
              </a:r>
              <a:r>
                <a:rPr lang="en-US" altLang="zh-CN"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rPr>
                <a:t>】</a:t>
              </a:r>
              <a:endParaRPr lang="zh-CN" altLang="en-US" sz="800" dirty="0" smtClean="0">
                <a:solidFill>
                  <a:schemeClr val="tx1">
                    <a:lumMod val="50000"/>
                    <a:lumOff val="50000"/>
                  </a:schemeClr>
                </a:solidFill>
                <a:latin typeface="Arial" panose="020B0604020202020204" pitchFamily="34" charset="0"/>
                <a:ea typeface="微软雅黑" panose="020B0503020204020204" pitchFamily="34" charset="-122"/>
                <a:cs typeface="Arial" panose="020B0604020202020204" pitchFamily="34" charset="0"/>
              </a:endParaRPr>
            </a:p>
          </p:txBody>
        </p:sp>
        <p:sp>
          <p:nvSpPr>
            <p:cNvPr id="38" name="椭圆 37"/>
            <p:cNvSpPr/>
            <p:nvPr userDrawn="1"/>
          </p:nvSpPr>
          <p:spPr bwMode="auto">
            <a:xfrm>
              <a:off x="468313" y="3778814"/>
              <a:ext cx="504056" cy="504056"/>
            </a:xfrm>
            <a:prstGeom prst="ellipse">
              <a:avLst/>
            </a:prstGeom>
            <a:solidFill>
              <a:schemeClr val="bg1"/>
            </a:solidFill>
            <a:ln>
              <a:solidFill>
                <a:schemeClr val="bg1">
                  <a:lumMod val="85000"/>
                </a:schemeClr>
              </a:solid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1</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39" name="椭圆 38"/>
            <p:cNvSpPr/>
            <p:nvPr userDrawn="1"/>
          </p:nvSpPr>
          <p:spPr bwMode="auto">
            <a:xfrm>
              <a:off x="1169203" y="3778814"/>
              <a:ext cx="504056" cy="504056"/>
            </a:xfrm>
            <a:prstGeom prst="ellipse">
              <a:avLst/>
            </a:prstGeom>
            <a:solidFill>
              <a:schemeClr val="tx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2</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0" name="椭圆 39"/>
            <p:cNvSpPr/>
            <p:nvPr userDrawn="1"/>
          </p:nvSpPr>
          <p:spPr bwMode="auto">
            <a:xfrm>
              <a:off x="1870093" y="3778814"/>
              <a:ext cx="504056" cy="504056"/>
            </a:xfrm>
            <a:prstGeom prst="ellipse">
              <a:avLst/>
            </a:prstGeom>
            <a:solidFill>
              <a:schemeClr val="bg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3</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1" name="椭圆 40"/>
            <p:cNvSpPr/>
            <p:nvPr userDrawn="1"/>
          </p:nvSpPr>
          <p:spPr bwMode="auto">
            <a:xfrm>
              <a:off x="2570983" y="3778814"/>
              <a:ext cx="504056" cy="504056"/>
            </a:xfrm>
            <a:prstGeom prst="ellipse">
              <a:avLst/>
            </a:prstGeom>
            <a:solidFill>
              <a:schemeClr val="tx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4</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cxnSp>
          <p:nvCxnSpPr>
            <p:cNvPr id="42" name="直接连接符 41"/>
            <p:cNvCxnSpPr>
              <a:stCxn id="38" idx="7"/>
              <a:endCxn id="38" idx="3"/>
            </p:cNvCxnSpPr>
            <p:nvPr userDrawn="1"/>
          </p:nvCxnSpPr>
          <p:spPr>
            <a:xfrm flipH="1">
              <a:off x="54213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43" name="直接连接符 42"/>
            <p:cNvCxnSpPr>
              <a:stCxn id="39" idx="7"/>
              <a:endCxn id="39" idx="3"/>
            </p:cNvCxnSpPr>
            <p:nvPr userDrawn="1"/>
          </p:nvCxnSpPr>
          <p:spPr>
            <a:xfrm flipH="1">
              <a:off x="124302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44" name="直接连接符 43"/>
            <p:cNvCxnSpPr>
              <a:stCxn id="40" idx="7"/>
              <a:endCxn id="40" idx="3"/>
            </p:cNvCxnSpPr>
            <p:nvPr userDrawn="1"/>
          </p:nvCxnSpPr>
          <p:spPr>
            <a:xfrm flipH="1">
              <a:off x="194391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cxnSp>
          <p:nvCxnSpPr>
            <p:cNvPr id="45" name="直接连接符 44"/>
            <p:cNvCxnSpPr>
              <a:stCxn id="41" idx="7"/>
              <a:endCxn id="41" idx="3"/>
            </p:cNvCxnSpPr>
            <p:nvPr userDrawn="1"/>
          </p:nvCxnSpPr>
          <p:spPr>
            <a:xfrm flipH="1">
              <a:off x="2644800" y="3852631"/>
              <a:ext cx="356422" cy="356422"/>
            </a:xfrm>
            <a:prstGeom prst="line">
              <a:avLst/>
            </a:prstGeom>
          </p:spPr>
          <p:style>
            <a:lnRef idx="1">
              <a:schemeClr val="accent5"/>
            </a:lnRef>
            <a:fillRef idx="0">
              <a:schemeClr val="accent5"/>
            </a:fillRef>
            <a:effectRef idx="0">
              <a:schemeClr val="accent5"/>
            </a:effectRef>
            <a:fontRef idx="minor">
              <a:schemeClr val="tx1"/>
            </a:fontRef>
          </p:style>
        </p:cxnSp>
        <p:sp>
          <p:nvSpPr>
            <p:cNvPr id="46" name="椭圆 45"/>
            <p:cNvSpPr/>
            <p:nvPr userDrawn="1"/>
          </p:nvSpPr>
          <p:spPr bwMode="auto">
            <a:xfrm>
              <a:off x="3271873" y="3778814"/>
              <a:ext cx="504056" cy="504056"/>
            </a:xfrm>
            <a:prstGeom prst="ellipse">
              <a:avLst/>
            </a:prstGeom>
            <a:solidFill>
              <a:schemeClr val="accent1"/>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5</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7" name="椭圆 46"/>
            <p:cNvSpPr/>
            <p:nvPr userDrawn="1"/>
          </p:nvSpPr>
          <p:spPr bwMode="auto">
            <a:xfrm>
              <a:off x="3972763" y="3778814"/>
              <a:ext cx="504056" cy="504056"/>
            </a:xfrm>
            <a:prstGeom prst="ellipse">
              <a:avLst/>
            </a:prstGeom>
            <a:solidFill>
              <a:schemeClr val="accent2"/>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6</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8" name="椭圆 47"/>
            <p:cNvSpPr/>
            <p:nvPr userDrawn="1"/>
          </p:nvSpPr>
          <p:spPr bwMode="auto">
            <a:xfrm>
              <a:off x="7477213" y="3778814"/>
              <a:ext cx="504056" cy="504056"/>
            </a:xfrm>
            <a:prstGeom prst="ellipse">
              <a:avLst/>
            </a:prstGeom>
            <a:solidFill>
              <a:srgbClr val="0070C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7</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49" name="椭圆 48"/>
            <p:cNvSpPr/>
            <p:nvPr userDrawn="1"/>
          </p:nvSpPr>
          <p:spPr bwMode="auto">
            <a:xfrm>
              <a:off x="8178102" y="3778814"/>
              <a:ext cx="504056" cy="504056"/>
            </a:xfrm>
            <a:prstGeom prst="ellipse">
              <a:avLst/>
            </a:prstGeom>
            <a:solidFill>
              <a:srgbClr val="7030A0"/>
            </a:solidFill>
            <a:ln>
              <a:noFill/>
            </a:ln>
          </p:spPr>
          <p:txBody>
            <a:bodyPr vert="horz" wrap="square" lIns="0" tIns="0" rIns="0" bIns="0" numCol="1" rtlCol="0" anchor="ctr" anchorCtr="0" compatLnSpc="1"/>
            <a:lstStyle/>
            <a:p>
              <a:pPr algn="ctr"/>
              <a:r>
                <a:rPr lang="en-US" altLang="zh-CN" sz="14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8</a:t>
              </a:r>
              <a:endParaRPr lang="zh-CN" altLang="en-US" sz="140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59" name="内容占位符 4"/>
            <p:cNvSpPr txBox="1"/>
            <p:nvPr userDrawn="1"/>
          </p:nvSpPr>
          <p:spPr>
            <a:xfrm>
              <a:off x="468314" y="1227376"/>
              <a:ext cx="8203430" cy="425203"/>
            </a:xfrm>
            <a:prstGeom prst="rect">
              <a:avLst/>
            </a:prstGeom>
            <a:noFill/>
          </p:spPr>
          <p:txBody>
            <a:bodyPr vert="horz" lIns="91440" tIns="45720" rIns="91440" bIns="45720" rtlCol="0" anchor="ctr">
              <a:noAutofit/>
            </a:bodyPr>
            <a:lst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j-ea"/>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j-ea"/>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j-ea"/>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j-ea"/>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pPr>
              <a:r>
                <a:rPr lang="en-US" altLang="zh-CN" sz="1600" b="1" dirty="0" smtClean="0">
                  <a:solidFill>
                    <a:schemeClr val="bg1">
                      <a:lumMod val="50000"/>
                    </a:schemeClr>
                  </a:solidFill>
                </a:rPr>
                <a:t>2007/2010</a:t>
              </a:r>
              <a:r>
                <a:rPr lang="zh-CN" altLang="en-US" sz="1600" b="1" dirty="0" smtClean="0">
                  <a:solidFill>
                    <a:schemeClr val="bg1">
                      <a:lumMod val="50000"/>
                    </a:schemeClr>
                  </a:solidFill>
                </a:rPr>
                <a:t>版本配色方案 </a:t>
              </a:r>
              <a:r>
                <a:rPr lang="zh-CN" altLang="en-US" sz="1600" b="1" dirty="0" smtClean="0"/>
                <a:t>（</a:t>
              </a:r>
              <a:r>
                <a:rPr lang="en-US" altLang="zh-CN" sz="1600" b="1" dirty="0" smtClean="0"/>
                <a:t>12</a:t>
              </a:r>
              <a:r>
                <a:rPr lang="zh-CN" altLang="en-US" sz="1600" b="1" dirty="0" smtClean="0"/>
                <a:t>种配色）</a:t>
              </a:r>
              <a:endParaRPr lang="zh-CN" altLang="en-US" sz="1600" b="1" dirty="0"/>
            </a:p>
          </p:txBody>
        </p:sp>
      </p:grpSp>
      <p:sp>
        <p:nvSpPr>
          <p:cNvPr id="3" name="标题 2"/>
          <p:cNvSpPr>
            <a:spLocks noGrp="1"/>
          </p:cNvSpPr>
          <p:nvPr>
            <p:ph type="title"/>
          </p:nvPr>
        </p:nvSpPr>
        <p:spPr/>
        <p:txBody>
          <a:bodyPr/>
          <a:lstStyle/>
          <a:p>
            <a:r>
              <a:rPr lang="zh-CN" altLang="en-US" smtClean="0"/>
              <a:t>单击此处编辑母版标题样式</a:t>
            </a:r>
            <a:endParaRPr lang="zh-CN" altLang="en-US"/>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showMasterSp="0" userDrawn="1">
  <p:cSld name="末尾幻灯片">
    <p:spTree>
      <p:nvGrpSpPr>
        <p:cNvPr id="1" name=""/>
        <p:cNvGrpSpPr/>
        <p:nvPr/>
      </p:nvGrpSpPr>
      <p:grpSpPr>
        <a:xfrm>
          <a:off x="0" y="0"/>
          <a:ext cx="0" cy="0"/>
          <a:chOff x="0" y="0"/>
          <a:chExt cx="0" cy="0"/>
        </a:xfrm>
      </p:grpSpPr>
      <p:pic>
        <p:nvPicPr>
          <p:cNvPr id="23" name="Picture 5" descr="E:\PAT 图片资源素材\PPT\待整理\精选 0 (13).jpg"/>
          <p:cNvPicPr>
            <a:picLocks noChangeAspect="1" noChangeArrowheads="1"/>
          </p:cNvPicPr>
          <p:nvPr userDrawn="1"/>
        </p:nvPicPr>
        <p:blipFill rotWithShape="1">
          <a:blip r:embed="rId2" cstate="print">
            <a:extLst>
              <a:ext uri="{28A0092B-C50C-407E-A947-70E740481C1C}">
                <a14:useLocalDpi xmlns:a14="http://schemas.microsoft.com/office/drawing/2010/main" val="0"/>
              </a:ext>
            </a:extLst>
          </a:blip>
          <a:srcRect t="14659" r="33230" b="6423"/>
          <a:stretch>
            <a:fillRect/>
          </a:stretch>
        </p:blipFill>
        <p:spPr bwMode="auto">
          <a:xfrm>
            <a:off x="3851921" y="0"/>
            <a:ext cx="529208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11"/>
          <p:cNvSpPr>
            <a:spLocks noChangeArrowheads="1"/>
          </p:cNvSpPr>
          <p:nvPr userDrawn="1"/>
        </p:nvSpPr>
        <p:spPr bwMode="auto">
          <a:xfrm>
            <a:off x="0" y="6864350"/>
            <a:ext cx="9144000" cy="287338"/>
          </a:xfrm>
          <a:prstGeom prst="rect">
            <a:avLst/>
          </a:prstGeom>
          <a:solidFill>
            <a:srgbClr val="BBBFC3">
              <a:alpha val="0"/>
            </a:srgbClr>
          </a:solidFill>
          <a:ln>
            <a:noFill/>
          </a:ln>
        </p:spPr>
        <p:txBody>
          <a:bodyPr anchor="ctr"/>
          <a:lstStyle/>
          <a:p>
            <a:pPr marL="622300" lvl="0"/>
            <a:endParaRPr lang="en-US" altLang="zh-CN" sz="1100" dirty="0">
              <a:cs typeface="Arial" panose="020B0604020202020204" pitchFamily="34" charset="0"/>
            </a:endParaRPr>
          </a:p>
        </p:txBody>
      </p:sp>
      <p:sp>
        <p:nvSpPr>
          <p:cNvPr id="13" name="Rectangle 5">
            <a:hlinkClick r:id="rId3"/>
          </p:cNvPr>
          <p:cNvSpPr txBox="1">
            <a:spLocks noChangeArrowheads="1"/>
          </p:cNvSpPr>
          <p:nvPr userDrawn="1"/>
        </p:nvSpPr>
        <p:spPr bwMode="gray">
          <a:xfrm>
            <a:off x="0" y="5886624"/>
            <a:ext cx="3347367" cy="504527"/>
          </a:xfrm>
          <a:prstGeom prst="rect">
            <a:avLst/>
          </a:prstGeom>
          <a:gradFill flip="none" rotWithShape="1">
            <a:gsLst>
              <a:gs pos="100000">
                <a:schemeClr val="bg1">
                  <a:alpha val="49000"/>
                </a:schemeClr>
              </a:gs>
              <a:gs pos="0">
                <a:schemeClr val="accent1">
                  <a:tint val="23500"/>
                  <a:satMod val="160000"/>
                  <a:alpha val="0"/>
                </a:schemeClr>
              </a:gs>
            </a:gsLst>
            <a:lin ang="10800000" scaled="1"/>
            <a:tileRect/>
          </a:gradFill>
          <a:ln>
            <a:noFill/>
          </a:ln>
        </p:spPr>
        <p:txBody>
          <a:bodyPr lIns="144000" rIns="504000"/>
          <a:lstStyle>
            <a:lvl1pPr>
              <a:defRPr>
                <a:solidFill>
                  <a:schemeClr val="tx1"/>
                </a:solidFill>
                <a:latin typeface="Arial" panose="020B0604020202020204" pitchFamily="34" charset="0"/>
                <a:ea typeface="黑体" panose="02010609060101010101" pitchFamily="2" charset="-122"/>
              </a:defRPr>
            </a:lvl1pPr>
            <a:lvl2pPr marL="742950" indent="-285750">
              <a:defRPr>
                <a:solidFill>
                  <a:schemeClr val="tx1"/>
                </a:solidFill>
                <a:latin typeface="Arial" panose="020B0604020202020204" pitchFamily="34" charset="0"/>
                <a:ea typeface="黑体" panose="02010609060101010101" pitchFamily="2" charset="-122"/>
              </a:defRPr>
            </a:lvl2pPr>
            <a:lvl3pPr marL="1143000" indent="-228600">
              <a:defRPr>
                <a:solidFill>
                  <a:schemeClr val="tx1"/>
                </a:solidFill>
                <a:latin typeface="Arial" panose="020B0604020202020204" pitchFamily="34" charset="0"/>
                <a:ea typeface="黑体" panose="02010609060101010101" pitchFamily="2" charset="-122"/>
              </a:defRPr>
            </a:lvl3pPr>
            <a:lvl4pPr marL="1600200" indent="-228600">
              <a:defRPr>
                <a:solidFill>
                  <a:schemeClr val="tx1"/>
                </a:solidFill>
                <a:latin typeface="Arial" panose="020B0604020202020204" pitchFamily="34" charset="0"/>
                <a:ea typeface="黑体" panose="02010609060101010101" pitchFamily="2" charset="-122"/>
              </a:defRPr>
            </a:lvl4pPr>
            <a:lvl5pPr marL="2057400" indent="-228600">
              <a:defRPr>
                <a:solidFill>
                  <a:schemeClr val="tx1"/>
                </a:solidFill>
                <a:latin typeface="Arial" panose="020B0604020202020204" pitchFamily="34" charset="0"/>
                <a:ea typeface="黑体" panose="02010609060101010101" pitchFamily="2" charset="-122"/>
              </a:defRPr>
            </a:lvl5pPr>
            <a:lvl6pPr marL="25146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6pPr>
            <a:lvl7pPr marL="29718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7pPr>
            <a:lvl8pPr marL="34290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8pPr>
            <a:lvl9pPr marL="3886200" indent="-228600" fontAlgn="base">
              <a:spcBef>
                <a:spcPct val="0"/>
              </a:spcBef>
              <a:spcAft>
                <a:spcPct val="0"/>
              </a:spcAft>
              <a:defRPr>
                <a:solidFill>
                  <a:schemeClr val="tx1"/>
                </a:solidFill>
                <a:latin typeface="Arial" panose="020B0604020202020204" pitchFamily="34" charset="0"/>
                <a:ea typeface="黑体" panose="02010609060101010101" pitchFamily="2" charset="-122"/>
              </a:defRPr>
            </a:lvl9pPr>
          </a:lstStyle>
          <a:p>
            <a:pPr marL="355600" indent="0" algn="l" eaLnBrk="0" hangingPunct="0">
              <a:spcBef>
                <a:spcPct val="60000"/>
              </a:spcBef>
              <a:buClr>
                <a:schemeClr val="accent1"/>
              </a:buClr>
            </a:pPr>
            <a:endParaRPr lang="en-US" altLang="zh-CN" sz="1400" i="1" noProof="1">
              <a:solidFill>
                <a:schemeClr val="bg1"/>
              </a:solidFill>
              <a:effectLst>
                <a:outerShdw blurRad="38100" dist="38100" dir="2700000" algn="tl">
                  <a:srgbClr val="000000">
                    <a:alpha val="43137"/>
                  </a:srgbClr>
                </a:outerShdw>
              </a:effectLst>
              <a:latin typeface="Arial" panose="020B0604020202020204" pitchFamily="34" charset="0"/>
              <a:ea typeface="+mj-ea"/>
              <a:cs typeface="Arial" panose="020B0604020202020204" pitchFamily="34" charset="0"/>
            </a:endParaRP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3_自定义版式">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85800" y="285750"/>
            <a:ext cx="77724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85800" y="1657350"/>
            <a:ext cx="3810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57350"/>
            <a:ext cx="3810000" cy="41148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6" name="灯片编号占位符 5"/>
          <p:cNvSpPr>
            <a:spLocks noGrp="1"/>
          </p:cNvSpPr>
          <p:nvPr>
            <p:ph type="sldNum"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1418D58E-1A28-429D-A6C0-1EC971DF880D}"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fourObj" preserve="1">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685800" y="285750"/>
            <a:ext cx="7772400" cy="1143000"/>
          </a:xfr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685800" y="16573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quarter" idx="2"/>
          </p:nvPr>
        </p:nvSpPr>
        <p:spPr>
          <a:xfrm>
            <a:off x="4648200" y="16573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内容占位符 4"/>
          <p:cNvSpPr>
            <a:spLocks noGrp="1"/>
          </p:cNvSpPr>
          <p:nvPr>
            <p:ph sz="quarter" idx="3"/>
          </p:nvPr>
        </p:nvSpPr>
        <p:spPr>
          <a:xfrm>
            <a:off x="685800" y="37909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内容占位符 5"/>
          <p:cNvSpPr>
            <a:spLocks noGrp="1"/>
          </p:cNvSpPr>
          <p:nvPr>
            <p:ph sz="quarter" idx="4"/>
          </p:nvPr>
        </p:nvSpPr>
        <p:spPr>
          <a:xfrm>
            <a:off x="4648200" y="3790950"/>
            <a:ext cx="3810000" cy="198120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8" name="灯片编号占位符 7"/>
          <p:cNvSpPr>
            <a:spLocks noGrp="1"/>
          </p:cNvSpPr>
          <p:nvPr>
            <p:ph type="sldNum" sz="quarter" idx="11"/>
          </p:nvPr>
        </p:nvSpPr>
        <p:spPr/>
        <p:txBody>
          <a:bodyPr/>
          <a:p>
            <a:pPr marL="0" marR="0" lvl="0" indent="0" algn="r" defTabSz="914400" rtl="0" eaLnBrk="0" fontAlgn="base" latinLnBrk="0" hangingPunct="0">
              <a:lnSpc>
                <a:spcPct val="100000"/>
              </a:lnSpc>
              <a:spcBef>
                <a:spcPct val="0"/>
              </a:spcBef>
              <a:spcAft>
                <a:spcPct val="0"/>
              </a:spcAft>
              <a:buClrTx/>
              <a:buSzTx/>
              <a:buFontTx/>
              <a:buNone/>
              <a:defRPr/>
            </a:pPr>
            <a:fld id="{1418D58E-1A28-429D-A6C0-1EC971DF880D}" type="slidenum">
              <a:rPr kumimoji="0" lang="zh-CN" altLang="en-US"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0" lang="en-US" altLang="zh-CN" sz="1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xOverObj" preserve="1">
  <p:cSld name="标题和文本在内容之上">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628650" y="1825625"/>
            <a:ext cx="7886700" cy="209867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28650" y="4076700"/>
            <a:ext cx="7886700" cy="21002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pPr lvl="0"/>
            <a:fld id="{BB962C8B-B14F-4D97-AF65-F5344CB8AC3E}" type="datetime1">
              <a:rPr lang="zh-CN" altLang="en-US" dirty="0">
                <a:latin typeface="Arial" panose="020B0604020202020204" pitchFamily="34" charset="0"/>
              </a:rPr>
            </a:fld>
            <a:endParaRPr lang="zh-CN" altLang="en-US" dirty="0">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dirty="0">
              <a:latin typeface="Arial" panose="020B0604020202020204" pitchFamily="34" charset="0"/>
            </a:endParaRPr>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latin typeface="Arial" panose="020B0604020202020204" pitchFamily="34" charset="0"/>
              </a:rPr>
            </a:fld>
            <a:endParaRPr lang="zh-CN"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png"/><Relationship Id="rId11" Type="http://schemas.openxmlformats.org/officeDocument/2006/relationships/image" Target="../media/image3.jpeg"/><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6" name="Picture 5" descr="E:\PAT 图片资源素材\PPT\待整理\精选 0 (13).jpg"/>
          <p:cNvPicPr>
            <a:picLocks noChangeAspect="1" noChangeArrowheads="1"/>
          </p:cNvPicPr>
          <p:nvPr userDrawn="1"/>
        </p:nvPicPr>
        <p:blipFill rotWithShape="1">
          <a:blip r:embed="rId11" cstate="print">
            <a:extLst>
              <a:ext uri="{28A0092B-C50C-407E-A947-70E740481C1C}">
                <a14:useLocalDpi xmlns:a14="http://schemas.microsoft.com/office/drawing/2010/main" val="0"/>
              </a:ext>
            </a:extLst>
          </a:blip>
          <a:srcRect t="5074" r="20205" b="3263"/>
          <a:stretch>
            <a:fillRect/>
          </a:stretch>
        </p:blipFill>
        <p:spPr bwMode="auto">
          <a:xfrm rot="10800000" flipH="1" flipV="1">
            <a:off x="5353149" y="765173"/>
            <a:ext cx="3790851" cy="6092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梯形 34"/>
          <p:cNvSpPr/>
          <p:nvPr userDrawn="1"/>
        </p:nvSpPr>
        <p:spPr bwMode="auto">
          <a:xfrm rot="16200000">
            <a:off x="4178903" y="-4199923"/>
            <a:ext cx="786193" cy="9144000"/>
          </a:xfrm>
          <a:prstGeom prst="trapezoid">
            <a:avLst>
              <a:gd name="adj" fmla="val 0"/>
            </a:avLst>
          </a:prstGeom>
          <a:gradFill flip="none" rotWithShape="1">
            <a:gsLst>
              <a:gs pos="73000">
                <a:srgbClr val="FFFF00">
                  <a:lumMod val="0"/>
                  <a:lumOff val="100000"/>
                  <a:alpha val="47000"/>
                </a:srgbClr>
              </a:gs>
              <a:gs pos="90000">
                <a:srgbClr val="039ABD">
                  <a:alpha val="12000"/>
                </a:srgbClr>
              </a:gs>
              <a:gs pos="100000">
                <a:srgbClr val="92D050">
                  <a:lumMod val="0"/>
                  <a:alpha val="0"/>
                </a:srgbClr>
              </a:gs>
              <a:gs pos="47000">
                <a:srgbClr val="92D050">
                  <a:alpha val="0"/>
                </a:srgbClr>
              </a:gs>
              <a:gs pos="9000">
                <a:srgbClr val="FFC000">
                  <a:alpha val="59000"/>
                </a:srgbClr>
              </a:gs>
            </a:gsLst>
            <a:lin ang="5400000" scaled="0"/>
            <a:tileRect/>
          </a:gradFill>
          <a:ln>
            <a:noFill/>
          </a:ln>
          <a:effectLst>
            <a:outerShdw blurRad="381000" dist="114300" dir="5400000" algn="t" rotWithShape="0">
              <a:prstClr val="black">
                <a:alpha val="40000"/>
              </a:prstClr>
            </a:outerShdw>
          </a:effectLst>
        </p:spPr>
        <p:txBody>
          <a:bodyPr vert="horz" wrap="square" lIns="91440" tIns="45720" rIns="91440" bIns="45720" numCol="1" rtlCol="0" anchor="t" anchorCtr="0" compatLnSpc="1"/>
          <a:lstStyle/>
          <a:p>
            <a:pPr algn="ctr"/>
            <a:endParaRPr lang="zh-CN" altLang="en-US"/>
          </a:p>
        </p:txBody>
      </p:sp>
      <p:sp>
        <p:nvSpPr>
          <p:cNvPr id="15" name="矩形 14"/>
          <p:cNvSpPr/>
          <p:nvPr userDrawn="1"/>
        </p:nvSpPr>
        <p:spPr bwMode="auto">
          <a:xfrm>
            <a:off x="0" y="765175"/>
            <a:ext cx="8675688" cy="5616575"/>
          </a:xfrm>
          <a:prstGeom prst="rect">
            <a:avLst/>
          </a:prstGeom>
          <a:solidFill>
            <a:schemeClr val="bg1">
              <a:alpha val="90000"/>
            </a:schemeClr>
          </a:solidFill>
          <a:ln>
            <a:noFill/>
          </a:ln>
        </p:spPr>
        <p:txBody>
          <a:bodyPr vert="horz" wrap="square" lIns="91440" tIns="45720" rIns="91440" bIns="45720" numCol="1" rtlCol="0" anchor="t" anchorCtr="0" compatLnSpc="1"/>
          <a:lstStyle/>
          <a:p>
            <a:pPr algn="ctr"/>
            <a:endParaRPr lang="zh-CN" altLang="en-US"/>
          </a:p>
        </p:txBody>
      </p:sp>
      <p:sp>
        <p:nvSpPr>
          <p:cNvPr id="5" name="页脚占位符 4"/>
          <p:cNvSpPr>
            <a:spLocks noGrp="1"/>
          </p:cNvSpPr>
          <p:nvPr>
            <p:ph type="ftr" sz="quarter" idx="3"/>
          </p:nvPr>
        </p:nvSpPr>
        <p:spPr>
          <a:xfrm>
            <a:off x="3124200" y="6453188"/>
            <a:ext cx="2895600" cy="268287"/>
          </a:xfrm>
          <a:prstGeom prst="rect">
            <a:avLst/>
          </a:prstGeom>
          <a:solidFill>
            <a:srgbClr val="FFFFFF">
              <a:alpha val="69804"/>
            </a:srgbClr>
          </a:solidFill>
        </p:spPr>
        <p:txBody>
          <a:bodyPr vert="horz" lIns="91440" tIns="45720" rIns="91440" bIns="45720" rtlCol="0" anchor="ctr"/>
          <a:lstStyle>
            <a:lvl1pPr algn="ctr">
              <a:defRPr sz="900">
                <a:solidFill>
                  <a:schemeClr val="tx1"/>
                </a:solidFill>
                <a:latin typeface="Arial" panose="020B0604020202020204" pitchFamily="34" charset="0"/>
                <a:cs typeface="Arial" panose="020B0604020202020204" pitchFamily="34" charset="0"/>
              </a:defRPr>
            </a:lvl1pPr>
          </a:lstStyle>
          <a:p>
            <a:endParaRPr lang="zh-CN" altLang="en-US" dirty="0"/>
          </a:p>
        </p:txBody>
      </p:sp>
      <p:sp>
        <p:nvSpPr>
          <p:cNvPr id="14" name="文本占位符 13"/>
          <p:cNvSpPr>
            <a:spLocks noGrp="1"/>
          </p:cNvSpPr>
          <p:nvPr>
            <p:ph type="body" idx="1"/>
          </p:nvPr>
        </p:nvSpPr>
        <p:spPr>
          <a:xfrm flipH="1">
            <a:off x="468313" y="981076"/>
            <a:ext cx="8207375" cy="5400674"/>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10" name="矩形 11"/>
          <p:cNvSpPr>
            <a:spLocks noChangeArrowheads="1"/>
          </p:cNvSpPr>
          <p:nvPr userDrawn="1"/>
        </p:nvSpPr>
        <p:spPr bwMode="auto">
          <a:xfrm>
            <a:off x="0" y="6864350"/>
            <a:ext cx="9144000" cy="287338"/>
          </a:xfrm>
          <a:prstGeom prst="rect">
            <a:avLst/>
          </a:prstGeom>
          <a:solidFill>
            <a:srgbClr val="BBBFC3">
              <a:alpha val="0"/>
            </a:srgbClr>
          </a:solidFill>
          <a:ln>
            <a:noFill/>
          </a:ln>
        </p:spPr>
        <p:txBody>
          <a:bodyPr anchor="ctr"/>
          <a:lstStyle/>
          <a:p>
            <a:pPr marL="622300"/>
            <a:endParaRPr lang="en-US" altLang="zh-CN" sz="1100" dirty="0">
              <a:solidFill>
                <a:schemeClr val="tx1"/>
              </a:solidFill>
              <a:cs typeface="Arial" panose="020B0604020202020204" pitchFamily="34" charset="0"/>
            </a:endParaRPr>
          </a:p>
        </p:txBody>
      </p:sp>
      <p:sp>
        <p:nvSpPr>
          <p:cNvPr id="7" name="日期占位符 6"/>
          <p:cNvSpPr>
            <a:spLocks noGrp="1"/>
          </p:cNvSpPr>
          <p:nvPr>
            <p:ph type="dt" sz="half" idx="2"/>
          </p:nvPr>
        </p:nvSpPr>
        <p:spPr>
          <a:xfrm>
            <a:off x="6530976" y="6453188"/>
            <a:ext cx="2133600" cy="268287"/>
          </a:xfrm>
          <a:prstGeom prst="rect">
            <a:avLst/>
          </a:prstGeom>
          <a:solidFill>
            <a:srgbClr val="FFFFFF">
              <a:alpha val="69804"/>
            </a:srgbClr>
          </a:solidFill>
        </p:spPr>
        <p:txBody>
          <a:bodyPr vert="horz" lIns="91440" tIns="45720" rIns="91440" bIns="45720" rtlCol="0" anchor="ctr"/>
          <a:lstStyle>
            <a:lvl1pPr algn="r">
              <a:defRPr sz="900">
                <a:solidFill>
                  <a:schemeClr val="tx1"/>
                </a:solidFill>
              </a:defRPr>
            </a:lvl1pPr>
          </a:lstStyle>
          <a:p>
            <a:endParaRPr lang="zh-CN" altLang="en-US"/>
          </a:p>
        </p:txBody>
      </p:sp>
      <p:sp>
        <p:nvSpPr>
          <p:cNvPr id="6" name="灯片编号占位符 5"/>
          <p:cNvSpPr>
            <a:spLocks noGrp="1"/>
          </p:cNvSpPr>
          <p:nvPr>
            <p:ph type="sldNum" sz="quarter" idx="4"/>
          </p:nvPr>
        </p:nvSpPr>
        <p:spPr>
          <a:xfrm>
            <a:off x="468313" y="6453188"/>
            <a:ext cx="1007343" cy="268287"/>
          </a:xfrm>
          <a:prstGeom prst="rect">
            <a:avLst/>
          </a:prstGeom>
          <a:noFill/>
        </p:spPr>
        <p:txBody>
          <a:bodyPr vert="horz" lIns="91440" tIns="45720" rIns="91440" bIns="45720" rtlCol="0" anchor="ctr"/>
          <a:lstStyle>
            <a:lvl1pPr algn="l">
              <a:defRPr sz="900">
                <a:solidFill>
                  <a:schemeClr val="tx1"/>
                </a:solidFill>
                <a:latin typeface="Arial" panose="020B0604020202020204" pitchFamily="34" charset="0"/>
                <a:cs typeface="Arial" panose="020B0604020202020204" pitchFamily="34" charset="0"/>
              </a:defRPr>
            </a:lvl1pPr>
          </a:lstStyle>
          <a:p>
            <a:r>
              <a:rPr lang="en-US" altLang="zh-CN" smtClean="0"/>
              <a:t>P</a:t>
            </a:r>
            <a:fld id="{62DCC93C-90AC-48A1-9D9E-CBAB17A91522}" type="slidenum">
              <a:rPr lang="zh-CN" altLang="en-US" smtClean="0"/>
            </a:fld>
            <a:endParaRPr lang="zh-CN" altLang="en-US" dirty="0"/>
          </a:p>
        </p:txBody>
      </p:sp>
      <p:pic>
        <p:nvPicPr>
          <p:cNvPr id="27" name="Picture 2"/>
          <p:cNvPicPr>
            <a:picLocks noChangeAspect="1" noChangeArrowheads="1"/>
          </p:cNvPicPr>
          <p:nvPr userDrawn="1"/>
        </p:nvPicPr>
        <p:blipFill rotWithShape="1">
          <a:blip r:embed="rId12" cstate="print">
            <a:extLst>
              <a:ext uri="{28A0092B-C50C-407E-A947-70E740481C1C}">
                <a14:useLocalDpi xmlns:a14="http://schemas.microsoft.com/office/drawing/2010/main" val="0"/>
              </a:ext>
            </a:extLst>
          </a:blip>
          <a:stretch>
            <a:fillRect/>
          </a:stretch>
        </p:blipFill>
        <p:spPr bwMode="auto">
          <a:xfrm>
            <a:off x="477838" y="6381750"/>
            <a:ext cx="8188325" cy="11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5" name="Picture 2"/>
          <p:cNvPicPr>
            <a:picLocks noChangeAspect="1" noChangeArrowheads="1"/>
          </p:cNvPicPr>
          <p:nvPr userDrawn="1"/>
        </p:nvPicPr>
        <p:blipFill rotWithShape="1">
          <a:blip r:embed="rId12" cstate="print">
            <a:extLst>
              <a:ext uri="{28A0092B-C50C-407E-A947-70E740481C1C}">
                <a14:useLocalDpi xmlns:a14="http://schemas.microsoft.com/office/drawing/2010/main" val="0"/>
              </a:ext>
            </a:extLst>
          </a:blip>
          <a:stretch>
            <a:fillRect/>
          </a:stretch>
        </p:blipFill>
        <p:spPr bwMode="auto">
          <a:xfrm>
            <a:off x="0" y="765968"/>
            <a:ext cx="8666164" cy="122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标题占位符 12"/>
          <p:cNvSpPr>
            <a:spLocks noGrp="1"/>
          </p:cNvSpPr>
          <p:nvPr>
            <p:ph type="title"/>
          </p:nvPr>
        </p:nvSpPr>
        <p:spPr>
          <a:xfrm>
            <a:off x="477838" y="188641"/>
            <a:ext cx="7078190" cy="349250"/>
          </a:xfrm>
          <a:prstGeom prst="rect">
            <a:avLst/>
          </a:prstGeom>
        </p:spPr>
        <p:txBody>
          <a:bodyPr vert="horz" lIns="91440" tIns="45720" rIns="91440" bIns="45720" rtlCol="0" anchor="ctr">
            <a:noAutofit/>
          </a:bodyPr>
          <a:lstStyle/>
          <a:p>
            <a:r>
              <a:rPr lang="zh-CN" altLang="en-US" dirty="0" smtClean="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iming>
    <p:tnLst>
      <p:par>
        <p:cTn id="1" dur="indefinite" restart="never" nodeType="tmRoot"/>
      </p:par>
    </p:tnLst>
  </p:timing>
  <p:hf hdr="0" ftr="0" dt="0"/>
  <p:txStyles>
    <p:titleStyle>
      <a:lvl1pPr algn="l" defTabSz="914400" rtl="0" eaLnBrk="1" latinLnBrk="0" hangingPunct="1">
        <a:spcBef>
          <a:spcPct val="0"/>
        </a:spcBef>
        <a:buNone/>
        <a:defRPr sz="2800" b="1" kern="1200">
          <a:solidFill>
            <a:schemeClr val="tx1"/>
          </a:solidFill>
          <a:latin typeface="+mn-lt"/>
          <a:ea typeface="+mj-ea"/>
          <a:cs typeface="+mj-cs"/>
        </a:defRPr>
      </a:lvl1pPr>
    </p:titleStyle>
    <p:body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n-lt"/>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n-lt"/>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n-lt"/>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4.wmf"/><Relationship Id="rId1" Type="http://schemas.openxmlformats.org/officeDocument/2006/relationships/oleObject" Target="../embeddings/oleObject1.bin"/></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2.xml"/><Relationship Id="rId4" Type="http://schemas.openxmlformats.org/officeDocument/2006/relationships/image" Target="../media/image6.emf"/><Relationship Id="rId3" Type="http://schemas.openxmlformats.org/officeDocument/2006/relationships/oleObject" Target="../embeddings/oleObject3.bin"/><Relationship Id="rId2" Type="http://schemas.openxmlformats.org/officeDocument/2006/relationships/image" Target="../media/image5.emf"/><Relationship Id="rId1" Type="http://schemas.openxmlformats.org/officeDocument/2006/relationships/oleObject" Target="../embeddings/oleObject2.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tags" Target="../tags/tag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10.xml"/><Relationship Id="rId2" Type="http://schemas.openxmlformats.org/officeDocument/2006/relationships/image" Target="../media/image9.png"/><Relationship Id="rId1"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wmf"/></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wmf"/></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a:xfrm>
            <a:off x="550545" y="2200910"/>
            <a:ext cx="3771900" cy="639445"/>
          </a:xfrm>
        </p:spPr>
        <p:txBody>
          <a:bodyPr>
            <a:noAutofit/>
          </a:bodyPr>
          <a:lstStyle/>
          <a:p>
            <a:pPr marL="342900" lvl="0" indent="-342900" fontAlgn="base">
              <a:lnSpc>
                <a:spcPct val="110000"/>
              </a:lnSpc>
              <a:spcAft>
                <a:spcPct val="0"/>
              </a:spcAft>
            </a:pPr>
            <a:r>
              <a:rPr lang="zh-CN" altLang="en-US" sz="3200" u="none" kern="0" dirty="0">
                <a:solidFill>
                  <a:srgbClr val="000000"/>
                </a:solidFill>
                <a:latin typeface="微软雅黑" panose="020B0503020204020204" pitchFamily="34" charset="-122"/>
                <a:ea typeface="方正正大黑简体" panose="02000000000000000000" pitchFamily="2" charset="-122"/>
              </a:rPr>
              <a:t>面向对象程序设计</a:t>
            </a:r>
            <a:endParaRPr lang="zh-CN" altLang="en-US" sz="3200" u="none" kern="0" dirty="0">
              <a:solidFill>
                <a:srgbClr val="000000"/>
              </a:solidFill>
              <a:latin typeface="微软雅黑" panose="020B0503020204020204" pitchFamily="34" charset="-122"/>
              <a:ea typeface="方正正大黑简体" panose="02000000000000000000" pitchFamily="2" charset="-122"/>
            </a:endParaRPr>
          </a:p>
        </p:txBody>
      </p:sp>
      <p:sp>
        <p:nvSpPr>
          <p:cNvPr id="3" name="副标题 2"/>
          <p:cNvSpPr>
            <a:spLocks noGrp="1"/>
          </p:cNvSpPr>
          <p:nvPr>
            <p:ph type="subTitle" idx="1"/>
          </p:nvPr>
        </p:nvSpPr>
        <p:spPr>
          <a:xfrm>
            <a:off x="719455" y="3153410"/>
            <a:ext cx="3803650" cy="551180"/>
          </a:xfrm>
        </p:spPr>
        <p:txBody>
          <a:bodyPr>
            <a:noAutofit/>
          </a:bodyPr>
          <a:lstStyle/>
          <a:p>
            <a:r>
              <a:rPr lang="zh-CN" altLang="en-US" sz="2000" u="none" dirty="0" smtClean="0">
                <a:solidFill>
                  <a:srgbClr val="000000"/>
                </a:solidFill>
                <a:latin typeface="微软雅黑" panose="020B0503020204020204" pitchFamily="34" charset="-122"/>
              </a:rPr>
              <a:t>数组、面向对象方法概述</a:t>
            </a:r>
            <a:endParaRPr lang="en-US" altLang="zh-CN" sz="2000" u="none" dirty="0" smtClean="0">
              <a:solidFill>
                <a:srgbClr val="000000"/>
              </a:solidFill>
              <a:latin typeface="微软雅黑" panose="020B0503020204020204" pitchFamily="34" charset="-122"/>
            </a:endParaRPr>
          </a:p>
        </p:txBody>
      </p:sp>
      <p:sp>
        <p:nvSpPr>
          <p:cNvPr id="5" name="矩形 4"/>
          <p:cNvSpPr/>
          <p:nvPr/>
        </p:nvSpPr>
        <p:spPr>
          <a:xfrm>
            <a:off x="8172400" y="16351"/>
            <a:ext cx="648072" cy="230832"/>
          </a:xfrm>
          <a:prstGeom prst="rect">
            <a:avLst/>
          </a:prstGeom>
        </p:spPr>
        <p:txBody>
          <a:bodyPr wrap="square">
            <a:spAutoFit/>
          </a:bodyPr>
          <a:lstStyle/>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模板下载：</a:t>
            </a:r>
            <a:r>
              <a:rPr lang="en-US" altLang="zh-CN" sz="100" dirty="0">
                <a:solidFill>
                  <a:prstClr val="white"/>
                </a:solidFill>
                <a:latin typeface="Calibri" panose="020F0502020204030204"/>
                <a:ea typeface="宋体" panose="02010600030101010101" pitchFamily="2" charset="-122"/>
              </a:rPr>
              <a:t>www.1ppt.com/moban/     </a:t>
            </a:r>
            <a:r>
              <a:rPr lang="zh-CN" altLang="en-US" sz="100" dirty="0">
                <a:solidFill>
                  <a:prstClr val="white"/>
                </a:solidFill>
                <a:latin typeface="Calibri" panose="020F0502020204030204"/>
                <a:ea typeface="宋体" panose="02010600030101010101" pitchFamily="2" charset="-122"/>
              </a:rPr>
              <a:t>行业</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www.1ppt.com/hangye/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节日</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模板：</a:t>
            </a:r>
            <a:r>
              <a:rPr lang="en-US" altLang="zh-CN" sz="100" dirty="0">
                <a:solidFill>
                  <a:prstClr val="white"/>
                </a:solidFill>
                <a:latin typeface="Calibri" panose="020F0502020204030204"/>
                <a:ea typeface="宋体" panose="02010600030101010101" pitchFamily="2" charset="-122"/>
              </a:rPr>
              <a:t>www.1ppt.com/jieri/           PPT</a:t>
            </a:r>
            <a:r>
              <a:rPr lang="zh-CN" altLang="en-US" sz="100" dirty="0">
                <a:solidFill>
                  <a:prstClr val="white"/>
                </a:solidFill>
                <a:latin typeface="Calibri" panose="020F0502020204030204"/>
                <a:ea typeface="宋体" panose="02010600030101010101" pitchFamily="2" charset="-122"/>
              </a:rPr>
              <a:t>素材下载：</a:t>
            </a:r>
            <a:r>
              <a:rPr lang="en-US" altLang="zh-CN" sz="100" dirty="0">
                <a:solidFill>
                  <a:prstClr val="white"/>
                </a:solidFill>
                <a:latin typeface="Calibri" panose="020F0502020204030204"/>
                <a:ea typeface="宋体" panose="02010600030101010101" pitchFamily="2" charset="-122"/>
              </a:rPr>
              <a:t>www.1ppt.com/sucai/</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背景图片：</a:t>
            </a:r>
            <a:r>
              <a:rPr lang="en-US" altLang="zh-CN" sz="100" dirty="0">
                <a:solidFill>
                  <a:prstClr val="white"/>
                </a:solidFill>
                <a:latin typeface="Calibri" panose="020F0502020204030204"/>
                <a:ea typeface="宋体" panose="02010600030101010101" pitchFamily="2" charset="-122"/>
              </a:rPr>
              <a:t>www.1ppt.com/beijing/      PPT</a:t>
            </a:r>
            <a:r>
              <a:rPr lang="zh-CN" altLang="en-US" sz="100" dirty="0">
                <a:solidFill>
                  <a:prstClr val="white"/>
                </a:solidFill>
                <a:latin typeface="Calibri" panose="020F0502020204030204"/>
                <a:ea typeface="宋体" panose="02010600030101010101" pitchFamily="2" charset="-122"/>
              </a:rPr>
              <a:t>图表下载：</a:t>
            </a:r>
            <a:r>
              <a:rPr lang="en-US" altLang="zh-CN" sz="100" dirty="0">
                <a:solidFill>
                  <a:prstClr val="white"/>
                </a:solidFill>
                <a:latin typeface="Calibri" panose="020F0502020204030204"/>
                <a:ea typeface="宋体" panose="02010600030101010101" pitchFamily="2" charset="-122"/>
              </a:rPr>
              <a:t>www.1ppt.com/tubiao/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优秀</a:t>
            </a:r>
            <a:r>
              <a:rPr lang="en-US" altLang="zh-CN" sz="100" dirty="0">
                <a:solidFill>
                  <a:prstClr val="white"/>
                </a:solidFill>
                <a:latin typeface="Calibri" panose="020F0502020204030204"/>
                <a:ea typeface="宋体" panose="02010600030101010101" pitchFamily="2" charset="-122"/>
              </a:rPr>
              <a:t>PPT</a:t>
            </a:r>
            <a:r>
              <a:rPr lang="zh-CN" altLang="en-US" sz="100" dirty="0">
                <a:solidFill>
                  <a:prstClr val="white"/>
                </a:solidFill>
                <a:latin typeface="Calibri" panose="020F0502020204030204"/>
                <a:ea typeface="宋体" panose="02010600030101010101" pitchFamily="2" charset="-122"/>
              </a:rPr>
              <a:t>下载：</a:t>
            </a:r>
            <a:r>
              <a:rPr lang="en-US" altLang="zh-CN" sz="100" dirty="0">
                <a:solidFill>
                  <a:prstClr val="white"/>
                </a:solidFill>
                <a:latin typeface="Calibri" panose="020F0502020204030204"/>
                <a:ea typeface="宋体" panose="02010600030101010101" pitchFamily="2" charset="-122"/>
              </a:rPr>
              <a:t>www.1ppt.com/xiazai/        PPT</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www.1ppt.com/powerpoint/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Word</a:t>
            </a:r>
            <a:r>
              <a:rPr lang="zh-CN" altLang="en-US" sz="100" dirty="0">
                <a:solidFill>
                  <a:prstClr val="white"/>
                </a:solidFill>
                <a:latin typeface="Calibri" panose="020F0502020204030204"/>
                <a:ea typeface="宋体" panose="02010600030101010101" pitchFamily="2" charset="-122"/>
              </a:rPr>
              <a:t>教程： </a:t>
            </a:r>
            <a:r>
              <a:rPr lang="en-US" altLang="zh-CN" sz="100" dirty="0">
                <a:solidFill>
                  <a:prstClr val="white"/>
                </a:solidFill>
                <a:latin typeface="Calibri" panose="020F0502020204030204"/>
                <a:ea typeface="宋体" panose="02010600030101010101" pitchFamily="2" charset="-122"/>
              </a:rPr>
              <a:t>www.1ppt.com/word/              Excel</a:t>
            </a:r>
            <a:r>
              <a:rPr lang="zh-CN" altLang="en-US" sz="100" dirty="0">
                <a:solidFill>
                  <a:prstClr val="white"/>
                </a:solidFill>
                <a:latin typeface="Calibri" panose="020F0502020204030204"/>
                <a:ea typeface="宋体" panose="02010600030101010101" pitchFamily="2" charset="-122"/>
              </a:rPr>
              <a:t>教程：</a:t>
            </a:r>
            <a:r>
              <a:rPr lang="en-US" altLang="zh-CN" sz="100" dirty="0">
                <a:solidFill>
                  <a:prstClr val="white"/>
                </a:solidFill>
                <a:latin typeface="Calibri" panose="020F0502020204030204"/>
                <a:ea typeface="宋体" panose="02010600030101010101" pitchFamily="2" charset="-122"/>
              </a:rPr>
              <a:t>www.1ppt.com/excel/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资料下载：</a:t>
            </a:r>
            <a:r>
              <a:rPr lang="en-US" altLang="zh-CN" sz="100" dirty="0">
                <a:solidFill>
                  <a:prstClr val="white"/>
                </a:solidFill>
                <a:latin typeface="Calibri" panose="020F0502020204030204"/>
                <a:ea typeface="宋体" panose="02010600030101010101" pitchFamily="2" charset="-122"/>
              </a:rPr>
              <a:t>www.1ppt.com/ziliao/                PPT</a:t>
            </a:r>
            <a:r>
              <a:rPr lang="zh-CN" altLang="en-US" sz="100" dirty="0">
                <a:solidFill>
                  <a:prstClr val="white"/>
                </a:solidFill>
                <a:latin typeface="Calibri" panose="020F0502020204030204"/>
                <a:ea typeface="宋体" panose="02010600030101010101" pitchFamily="2" charset="-122"/>
              </a:rPr>
              <a:t>课件下载：</a:t>
            </a:r>
            <a:r>
              <a:rPr lang="en-US" altLang="zh-CN" sz="100" dirty="0">
                <a:solidFill>
                  <a:prstClr val="white"/>
                </a:solidFill>
                <a:latin typeface="Calibri" panose="020F0502020204030204"/>
                <a:ea typeface="宋体" panose="02010600030101010101" pitchFamily="2" charset="-122"/>
              </a:rPr>
              <a:t>www.1ppt.com/kejian/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范文下载：</a:t>
            </a:r>
            <a:r>
              <a:rPr lang="en-US" altLang="zh-CN" sz="100" dirty="0">
                <a:solidFill>
                  <a:prstClr val="white"/>
                </a:solidFill>
                <a:latin typeface="Calibri" panose="020F0502020204030204"/>
                <a:ea typeface="宋体" panose="02010600030101010101" pitchFamily="2" charset="-122"/>
              </a:rPr>
              <a:t>www.1ppt.com/fanwen/             </a:t>
            </a:r>
            <a:r>
              <a:rPr lang="zh-CN" altLang="en-US" sz="100" dirty="0">
                <a:solidFill>
                  <a:prstClr val="white"/>
                </a:solidFill>
                <a:latin typeface="Calibri" panose="020F0502020204030204"/>
                <a:ea typeface="宋体" panose="02010600030101010101" pitchFamily="2" charset="-122"/>
              </a:rPr>
              <a:t>试卷下载：</a:t>
            </a:r>
            <a:r>
              <a:rPr lang="en-US" altLang="zh-CN" sz="100" dirty="0">
                <a:solidFill>
                  <a:prstClr val="white"/>
                </a:solidFill>
                <a:latin typeface="Calibri" panose="020F0502020204030204"/>
                <a:ea typeface="宋体" panose="02010600030101010101" pitchFamily="2" charset="-122"/>
              </a:rPr>
              <a:t>www.1ppt.com/shiti/  </a:t>
            </a:r>
            <a:endParaRPr lang="en-US" altLang="zh-CN" sz="100" dirty="0">
              <a:solidFill>
                <a:prstClr val="white"/>
              </a:solidFill>
              <a:latin typeface="Calibri" panose="020F0502020204030204"/>
              <a:ea typeface="宋体" panose="02010600030101010101" pitchFamily="2" charset="-122"/>
            </a:endParaRPr>
          </a:p>
          <a:p>
            <a:r>
              <a:rPr lang="zh-CN" altLang="en-US" sz="100" dirty="0">
                <a:solidFill>
                  <a:prstClr val="white"/>
                </a:solidFill>
                <a:latin typeface="Calibri" panose="020F0502020204030204"/>
                <a:ea typeface="宋体" panose="02010600030101010101" pitchFamily="2" charset="-122"/>
              </a:rPr>
              <a:t>教案下载：</a:t>
            </a:r>
            <a:r>
              <a:rPr lang="en-US" altLang="zh-CN" sz="100" dirty="0">
                <a:solidFill>
                  <a:prstClr val="white"/>
                </a:solidFill>
                <a:latin typeface="Calibri" panose="020F0502020204030204"/>
                <a:ea typeface="宋体" panose="02010600030101010101" pitchFamily="2" charset="-122"/>
              </a:rPr>
              <a:t>www.1ppt.com/jiaoan/  </a:t>
            </a:r>
            <a:endParaRPr lang="en-US" altLang="zh-CN" sz="100" dirty="0">
              <a:solidFill>
                <a:prstClr val="white"/>
              </a:solidFill>
              <a:latin typeface="Calibri" panose="020F0502020204030204"/>
              <a:ea typeface="宋体" panose="02010600030101010101" pitchFamily="2" charset="-122"/>
            </a:endParaRPr>
          </a:p>
          <a:p>
            <a:r>
              <a:rPr lang="en-US" altLang="zh-CN" sz="100" dirty="0">
                <a:solidFill>
                  <a:prstClr val="white"/>
                </a:solidFill>
                <a:latin typeface="Calibri" panose="020F0502020204030204"/>
                <a:ea typeface="宋体" panose="02010600030101010101" pitchFamily="2" charset="-122"/>
              </a:rPr>
              <a:t> </a:t>
            </a:r>
            <a:endParaRPr lang="zh-CN" altLang="en-US" sz="100" dirty="0">
              <a:solidFill>
                <a:prstClr val="white"/>
              </a:solidFill>
              <a:latin typeface="Calibri" panose="020F0502020204030204"/>
              <a:ea typeface="宋体" panose="02010600030101010101"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b="0"/>
              <a:t>可变长参数列表</a:t>
            </a:r>
            <a:endParaRPr lang="zh-CN" altLang="en-US" b="0"/>
          </a:p>
        </p:txBody>
      </p:sp>
      <p:sp>
        <p:nvSpPr>
          <p:cNvPr id="3" name="内容占位符 2"/>
          <p:cNvSpPr>
            <a:spLocks noGrp="1"/>
          </p:cNvSpPr>
          <p:nvPr>
            <p:ph sz="quarter" idx="12"/>
          </p:nvPr>
        </p:nvSpPr>
        <p:spPr/>
        <p:txBody>
          <a:bodyPr>
            <a:normAutofit lnSpcReduction="20000"/>
          </a:bodyPr>
          <a:p>
            <a:r>
              <a:rPr lang="zh-CN" altLang="en-US">
                <a:latin typeface="微软雅黑" panose="020B0503020204020204" pitchFamily="34" charset="-122"/>
                <a:ea typeface="微软雅黑" panose="020B0503020204020204" pitchFamily="34" charset="-122"/>
                <a:cs typeface="微软雅黑" panose="020B0503020204020204" pitchFamily="34" charset="-122"/>
              </a:rPr>
              <a:t>具有同样类型的可变长度的参数可以传递给方法</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lvl="1"/>
            <a:r>
              <a:rPr lang="en-US" altLang="zh-CN">
                <a:latin typeface="微软雅黑" panose="020B0503020204020204" pitchFamily="34" charset="-122"/>
                <a:ea typeface="微软雅黑" panose="020B0503020204020204" pitchFamily="34" charset="-122"/>
                <a:cs typeface="微软雅黑" panose="020B0503020204020204" pitchFamily="34" charset="-122"/>
              </a:rPr>
              <a:t>typeName... parameterName(</a:t>
            </a:r>
            <a:r>
              <a:rPr lang="zh-CN" altLang="zh-CN">
                <a:latin typeface="微软雅黑" panose="020B0503020204020204" pitchFamily="34" charset="-122"/>
                <a:ea typeface="微软雅黑" panose="020B0503020204020204" pitchFamily="34" charset="-122"/>
                <a:cs typeface="微软雅黑" panose="020B0503020204020204" pitchFamily="34" charset="-122"/>
              </a:rPr>
              <a:t>类型</a:t>
            </a:r>
            <a:r>
              <a:rPr lang="en-US" altLang="zh-CN">
                <a:latin typeface="微软雅黑" panose="020B0503020204020204" pitchFamily="34" charset="-122"/>
                <a:ea typeface="微软雅黑" panose="020B0503020204020204" pitchFamily="34" charset="-122"/>
                <a:cs typeface="微软雅黑" panose="020B0503020204020204" pitchFamily="34" charset="-122"/>
              </a:rPr>
              <a:t>...</a:t>
            </a:r>
            <a:r>
              <a:rPr lang="zh-CN" altLang="zh-CN">
                <a:latin typeface="微软雅黑" panose="020B0503020204020204" pitchFamily="34" charset="-122"/>
                <a:ea typeface="微软雅黑" panose="020B0503020204020204" pitchFamily="34" charset="-122"/>
                <a:cs typeface="微软雅黑" panose="020B0503020204020204" pitchFamily="34" charset="-122"/>
              </a:rPr>
              <a:t>参数名</a:t>
            </a:r>
            <a:r>
              <a:rPr lang="en-US" altLang="zh-CN">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zh-CN">
                <a:latin typeface="微软雅黑" panose="020B0503020204020204" pitchFamily="34" charset="-122"/>
                <a:ea typeface="微软雅黑" panose="020B0503020204020204" pitchFamily="34" charset="-122"/>
                <a:cs typeface="微软雅黑" panose="020B0503020204020204" pitchFamily="34" charset="-122"/>
              </a:rPr>
              <a:t>类型后紧跟省略号</a:t>
            </a:r>
            <a:endParaRPr lang="zh-CN" altLang="zh-CN">
              <a:latin typeface="微软雅黑" panose="020B0503020204020204" pitchFamily="34" charset="-122"/>
              <a:ea typeface="微软雅黑" panose="020B0503020204020204" pitchFamily="34" charset="-122"/>
              <a:cs typeface="微软雅黑" panose="020B0503020204020204" pitchFamily="34" charset="-122"/>
            </a:endParaRPr>
          </a:p>
          <a:p>
            <a:pPr lvl="1"/>
            <a:r>
              <a:rPr lang="zh-CN" altLang="zh-CN">
                <a:latin typeface="微软雅黑" panose="020B0503020204020204" pitchFamily="34" charset="-122"/>
                <a:ea typeface="微软雅黑" panose="020B0503020204020204" pitchFamily="34" charset="-122"/>
                <a:cs typeface="微软雅黑" panose="020B0503020204020204" pitchFamily="34" charset="-122"/>
              </a:rPr>
              <a:t>只能给参数指定一个可变长参数，且该参数必须是最后一个。</a:t>
            </a:r>
            <a:endParaRPr lang="zh-CN" altLang="zh-CN">
              <a:latin typeface="微软雅黑" panose="020B0503020204020204" pitchFamily="34" charset="-122"/>
              <a:ea typeface="微软雅黑" panose="020B0503020204020204" pitchFamily="34" charset="-122"/>
              <a:cs typeface="微软雅黑" panose="020B0503020204020204" pitchFamily="34" charset="-122"/>
            </a:endParaRPr>
          </a:p>
          <a:p>
            <a:pPr lvl="0"/>
            <a:r>
              <a:rPr lang="en-US" altLang="zh-CN">
                <a:latin typeface="微软雅黑" panose="020B0503020204020204" pitchFamily="34" charset="-122"/>
                <a:ea typeface="微软雅黑" panose="020B0503020204020204" pitchFamily="34" charset="-122"/>
                <a:cs typeface="微软雅黑" panose="020B0503020204020204" pitchFamily="34" charset="-122"/>
              </a:rPr>
              <a:t>Java</a:t>
            </a:r>
            <a:r>
              <a:rPr lang="zh-CN" altLang="en-US">
                <a:latin typeface="微软雅黑" panose="020B0503020204020204" pitchFamily="34" charset="-122"/>
                <a:ea typeface="微软雅黑" panose="020B0503020204020204" pitchFamily="34" charset="-122"/>
                <a:cs typeface="微软雅黑" panose="020B0503020204020204" pitchFamily="34" charset="-122"/>
              </a:rPr>
              <a:t>将可变长参数当成数组对待</a:t>
            </a:r>
            <a:endParaRPr lang="zh-CN" altLang="en-US">
              <a:latin typeface="微软雅黑" panose="020B0503020204020204" pitchFamily="34" charset="-122"/>
              <a:ea typeface="微软雅黑" panose="020B0503020204020204" pitchFamily="34" charset="-122"/>
              <a:cs typeface="微软雅黑" panose="020B0503020204020204" pitchFamily="34" charset="-122"/>
            </a:endParaRPr>
          </a:p>
          <a:p>
            <a:pPr marL="720090" lvl="0" indent="0" fontAlgn="auto">
              <a:lnSpc>
                <a:spcPts val="1800"/>
              </a:lnSpc>
              <a:spcBef>
                <a:spcPts val="0"/>
              </a:spcBef>
              <a:buNone/>
            </a:pP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720090" lvl="0" indent="0" fontAlgn="auto">
              <a:lnSpc>
                <a:spcPts val="1800"/>
              </a:lnSpc>
              <a:spcBef>
                <a:spcPts val="0"/>
              </a:spcBef>
              <a:buNone/>
            </a:pPr>
            <a:r>
              <a:rPr lang="en-US" altLang="zh-CN" sz="1800">
                <a:latin typeface="微软雅黑" panose="020B0503020204020204" pitchFamily="34" charset="-122"/>
                <a:ea typeface="微软雅黑" panose="020B0503020204020204" pitchFamily="34" charset="-122"/>
                <a:cs typeface="微软雅黑" panose="020B0503020204020204" pitchFamily="34" charset="-122"/>
              </a:rPr>
              <a:t>public void </a:t>
            </a:r>
            <a:r>
              <a:rPr lang="zh-CN" altLang="en-US" sz="1800">
                <a:latin typeface="微软雅黑" panose="020B0503020204020204" pitchFamily="34" charset="-122"/>
                <a:ea typeface="微软雅黑" panose="020B0503020204020204" pitchFamily="34" charset="-122"/>
                <a:cs typeface="微软雅黑" panose="020B0503020204020204" pitchFamily="34" charset="-122"/>
              </a:rPr>
              <a:t>print(String... args){</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720090" lvl="0" indent="0" fontAlgn="auto">
              <a:lnSpc>
                <a:spcPts val="1800"/>
              </a:lnSpc>
              <a:spcBef>
                <a:spcPts val="0"/>
              </a:spcBef>
              <a:buNone/>
            </a:pP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720090" lvl="0" indent="0" fontAlgn="auto">
              <a:lnSpc>
                <a:spcPts val="1800"/>
              </a:lnSpc>
              <a:spcBef>
                <a:spcPts val="0"/>
              </a:spcBef>
              <a:buNone/>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   for(String temp:args)</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720090" lvl="0" indent="0" fontAlgn="auto">
              <a:lnSpc>
                <a:spcPts val="1800"/>
              </a:lnSpc>
              <a:spcBef>
                <a:spcPts val="0"/>
              </a:spcBef>
              <a:buNone/>
            </a:pP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720090" lvl="0" indent="0" fontAlgn="auto">
              <a:lnSpc>
                <a:spcPts val="1800"/>
              </a:lnSpc>
              <a:spcBef>
                <a:spcPts val="0"/>
              </a:spcBef>
              <a:buNone/>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      System.out.println(temp);</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720090" lvl="0" indent="0" fontAlgn="auto">
              <a:lnSpc>
                <a:spcPts val="1800"/>
              </a:lnSpc>
              <a:spcBef>
                <a:spcPts val="0"/>
              </a:spcBef>
              <a:buNone/>
            </a:pP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720090" lvl="0" indent="0" fontAlgn="auto">
              <a:lnSpc>
                <a:spcPts val="1800"/>
              </a:lnSpc>
              <a:spcBef>
                <a:spcPts val="0"/>
              </a:spcBef>
              <a:buNone/>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720090" lvl="0" indent="0" fontAlgn="auto">
              <a:lnSpc>
                <a:spcPts val="1800"/>
              </a:lnSpc>
              <a:spcBef>
                <a:spcPts val="0"/>
              </a:spcBef>
              <a:buNone/>
            </a:pP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720090" lvl="0" indent="0" fontAlgn="auto">
              <a:lnSpc>
                <a:spcPts val="1800"/>
              </a:lnSpc>
              <a:spcBef>
                <a:spcPts val="0"/>
              </a:spcBef>
              <a:buNone/>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调用的时候可以给出任意多个参数也可不给参数，例如：</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720090" lvl="0" indent="0" fontAlgn="auto">
              <a:lnSpc>
                <a:spcPts val="1800"/>
              </a:lnSpc>
              <a:spcBef>
                <a:spcPts val="0"/>
              </a:spcBef>
              <a:buNone/>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print();</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720090" lvl="0" indent="0" fontAlgn="auto">
              <a:lnSpc>
                <a:spcPts val="1800"/>
              </a:lnSpc>
              <a:spcBef>
                <a:spcPts val="0"/>
              </a:spcBef>
              <a:buNone/>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print("hello");</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720090" lvl="0" indent="0" fontAlgn="auto">
              <a:lnSpc>
                <a:spcPts val="1800"/>
              </a:lnSpc>
              <a:spcBef>
                <a:spcPts val="0"/>
              </a:spcBef>
              <a:buNone/>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print("hello","lisi");</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b="0"/>
              <a:t>可变长参数列表</a:t>
            </a:r>
            <a:endParaRPr lang="zh-CN" altLang="en-US" b="0"/>
          </a:p>
        </p:txBody>
      </p:sp>
      <p:sp>
        <p:nvSpPr>
          <p:cNvPr id="3" name="内容占位符 2"/>
          <p:cNvSpPr>
            <a:spLocks noGrp="1"/>
          </p:cNvSpPr>
          <p:nvPr>
            <p:ph sz="quarter" idx="12"/>
          </p:nvPr>
        </p:nvSpPr>
        <p:spPr/>
        <p:txBody>
          <a:bodyPr>
            <a:normAutofit fontScale="80000"/>
          </a:bodyPr>
          <a:p>
            <a:r>
              <a:rPr lang="zh-CN" altLang="en-US" sz="2400">
                <a:latin typeface="微软雅黑" panose="020B0503020204020204" pitchFamily="34" charset="-122"/>
                <a:ea typeface="微软雅黑" panose="020B0503020204020204" pitchFamily="34" charset="-122"/>
                <a:cs typeface="微软雅黑" panose="020B0503020204020204" pitchFamily="34" charset="-122"/>
              </a:rPr>
              <a:t>调用一个被重载的方法时，如果此调用既能够和固定参数的重载方法匹配，也能够与可变长参数的重载方法匹配，则选择固定参数的方法。</a:t>
            </a:r>
            <a:endParaRPr lang="zh-CN" altLang="en-US" sz="240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fontAlgn="auto">
              <a:spcBef>
                <a:spcPts val="0"/>
              </a:spcBef>
              <a:buNone/>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 public static void test(String... args) {</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fontAlgn="auto">
              <a:spcBef>
                <a:spcPts val="0"/>
              </a:spcBef>
              <a:buNone/>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        System.out.println("version 1");</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fontAlgn="auto">
              <a:spcBef>
                <a:spcPts val="0"/>
              </a:spcBef>
              <a:buNone/>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fontAlgn="auto">
              <a:spcBef>
                <a:spcPts val="0"/>
              </a:spcBef>
              <a:buNone/>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 public static void test(String arg1, String arg2) {</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fontAlgn="auto">
              <a:spcBef>
                <a:spcPts val="0"/>
              </a:spcBef>
              <a:buNone/>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        System.out.println("version 2");</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fontAlgn="auto">
              <a:spcBef>
                <a:spcPts val="0"/>
              </a:spcBef>
              <a:buNone/>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fontAlgn="auto">
              <a:spcBef>
                <a:spcPts val="0"/>
              </a:spcBef>
              <a:buNone/>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  public static void main(String[] args) {</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fontAlgn="auto">
              <a:spcBef>
                <a:spcPts val="0"/>
              </a:spcBef>
              <a:buNone/>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        test("a","b");     //version 2 优先匹配固定参数的重载方法</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fontAlgn="auto">
              <a:spcBef>
                <a:spcPts val="0"/>
              </a:spcBef>
              <a:buNone/>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         test();    //version 1</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fontAlgn="auto">
              <a:spcBef>
                <a:spcPts val="0"/>
              </a:spcBef>
              <a:buNone/>
            </a:pPr>
            <a:r>
              <a:rPr lang="zh-CN" altLang="en-US" sz="180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fontAlgn="auto">
              <a:spcBef>
                <a:spcPts val="0"/>
              </a:spcBef>
              <a:buNone/>
            </a:pPr>
            <a:endParaRPr lang="zh-CN" altLang="en-US" sz="1800">
              <a:latin typeface="微软雅黑" panose="020B0503020204020204" pitchFamily="34" charset="-122"/>
              <a:ea typeface="微软雅黑" panose="020B0503020204020204" pitchFamily="34" charset="-122"/>
              <a:cs typeface="微软雅黑" panose="020B0503020204020204" pitchFamily="34" charset="-122"/>
            </a:endParaRPr>
          </a:p>
          <a:p>
            <a:pPr lvl="0" fontAlgn="auto">
              <a:spcBef>
                <a:spcPts val="0"/>
              </a:spcBef>
            </a:pPr>
            <a:r>
              <a:rPr lang="zh-CN" altLang="en-US" sz="2125">
                <a:latin typeface="微软雅黑" panose="020B0503020204020204" pitchFamily="34" charset="-122"/>
                <a:ea typeface="微软雅黑" panose="020B0503020204020204" pitchFamily="34" charset="-122"/>
                <a:cs typeface="微软雅黑" panose="020B0503020204020204" pitchFamily="34" charset="-122"/>
              </a:rPr>
              <a:t>如果要调用的方法可以和两个可变参数匹配</a:t>
            </a:r>
            <a:r>
              <a:rPr lang="en-US" altLang="zh-CN" sz="2125">
                <a:latin typeface="微软雅黑" panose="020B0503020204020204" pitchFamily="34" charset="-122"/>
                <a:ea typeface="微软雅黑" panose="020B0503020204020204" pitchFamily="34" charset="-122"/>
                <a:cs typeface="微软雅黑" panose="020B0503020204020204" pitchFamily="34" charset="-122"/>
              </a:rPr>
              <a:t>,</a:t>
            </a:r>
            <a:r>
              <a:rPr lang="zh-CN" altLang="zh-CN" sz="2125">
                <a:latin typeface="微软雅黑" panose="020B0503020204020204" pitchFamily="34" charset="-122"/>
                <a:ea typeface="微软雅黑" panose="020B0503020204020204" pitchFamily="34" charset="-122"/>
                <a:cs typeface="微软雅黑" panose="020B0503020204020204" pitchFamily="34" charset="-122"/>
              </a:rPr>
              <a:t>则编译出错</a:t>
            </a:r>
            <a:endParaRPr lang="zh-CN" altLang="en-US" sz="2125">
              <a:latin typeface="微软雅黑" panose="020B0503020204020204" pitchFamily="34" charset="-122"/>
              <a:ea typeface="微软雅黑" panose="020B0503020204020204" pitchFamily="34" charset="-122"/>
              <a:cs typeface="微软雅黑" panose="020B0503020204020204" pitchFamily="34" charset="-122"/>
            </a:endParaRPr>
          </a:p>
          <a:p>
            <a:pPr marL="720090" lvl="0" indent="0" fontAlgn="auto">
              <a:spcBef>
                <a:spcPts val="0"/>
              </a:spcBef>
              <a:buNone/>
            </a:pPr>
            <a:r>
              <a:rPr sz="1750">
                <a:latin typeface="微软雅黑" panose="020B0503020204020204" pitchFamily="34" charset="-122"/>
                <a:ea typeface="微软雅黑" panose="020B0503020204020204" pitchFamily="34" charset="-122"/>
                <a:cs typeface="微软雅黑" panose="020B0503020204020204" pitchFamily="34" charset="-122"/>
              </a:rPr>
              <a:t>public </a:t>
            </a:r>
            <a:r>
              <a:rPr lang="en-US" sz="1750">
                <a:latin typeface="微软雅黑" panose="020B0503020204020204" pitchFamily="34" charset="-122"/>
                <a:ea typeface="微软雅黑" panose="020B0503020204020204" pitchFamily="34" charset="-122"/>
                <a:cs typeface="微软雅黑" panose="020B0503020204020204" pitchFamily="34" charset="-122"/>
              </a:rPr>
              <a:t>static </a:t>
            </a:r>
            <a:r>
              <a:rPr sz="1750">
                <a:latin typeface="微软雅黑" panose="020B0503020204020204" pitchFamily="34" charset="-122"/>
                <a:ea typeface="微软雅黑" panose="020B0503020204020204" pitchFamily="34" charset="-122"/>
                <a:cs typeface="微软雅黑" panose="020B0503020204020204" pitchFamily="34" charset="-122"/>
              </a:rPr>
              <a:t>void print(String test, Integer... i</a:t>
            </a:r>
            <a:r>
              <a:rPr lang="en-US" sz="1750">
                <a:latin typeface="微软雅黑" panose="020B0503020204020204" pitchFamily="34" charset="-122"/>
                <a:ea typeface="微软雅黑" panose="020B0503020204020204" pitchFamily="34" charset="-122"/>
                <a:cs typeface="微软雅黑" panose="020B0503020204020204" pitchFamily="34" charset="-122"/>
              </a:rPr>
              <a:t>n</a:t>
            </a:r>
            <a:r>
              <a:rPr sz="1750">
                <a:latin typeface="微软雅黑" panose="020B0503020204020204" pitchFamily="34" charset="-122"/>
                <a:ea typeface="微软雅黑" panose="020B0503020204020204" pitchFamily="34" charset="-122"/>
                <a:cs typeface="微软雅黑" panose="020B0503020204020204" pitchFamily="34" charset="-122"/>
              </a:rPr>
              <a:t>) {     }</a:t>
            </a:r>
            <a:endParaRPr sz="1750">
              <a:latin typeface="微软雅黑" panose="020B0503020204020204" pitchFamily="34" charset="-122"/>
              <a:ea typeface="微软雅黑" panose="020B0503020204020204" pitchFamily="34" charset="-122"/>
              <a:cs typeface="微软雅黑" panose="020B0503020204020204" pitchFamily="34" charset="-122"/>
            </a:endParaRPr>
          </a:p>
          <a:p>
            <a:pPr marL="720090" lvl="0" indent="0" fontAlgn="auto">
              <a:spcBef>
                <a:spcPts val="0"/>
              </a:spcBef>
              <a:buNone/>
            </a:pPr>
            <a:r>
              <a:rPr sz="1750">
                <a:latin typeface="微软雅黑" panose="020B0503020204020204" pitchFamily="34" charset="-122"/>
                <a:ea typeface="微软雅黑" panose="020B0503020204020204" pitchFamily="34" charset="-122"/>
                <a:cs typeface="微软雅黑" panose="020B0503020204020204" pitchFamily="34" charset="-122"/>
              </a:rPr>
              <a:t>public </a:t>
            </a:r>
            <a:r>
              <a:rPr lang="en-US" sz="1750">
                <a:latin typeface="微软雅黑" panose="020B0503020204020204" pitchFamily="34" charset="-122"/>
                <a:ea typeface="微软雅黑" panose="020B0503020204020204" pitchFamily="34" charset="-122"/>
                <a:cs typeface="微软雅黑" panose="020B0503020204020204" pitchFamily="34" charset="-122"/>
              </a:rPr>
              <a:t>static </a:t>
            </a:r>
            <a:r>
              <a:rPr sz="1750">
                <a:latin typeface="微软雅黑" panose="020B0503020204020204" pitchFamily="34" charset="-122"/>
                <a:ea typeface="微软雅黑" panose="020B0503020204020204" pitchFamily="34" charset="-122"/>
                <a:cs typeface="微软雅黑" panose="020B0503020204020204" pitchFamily="34" charset="-122"/>
              </a:rPr>
              <a:t>void print(String test,String...args ){}</a:t>
            </a:r>
            <a:endParaRPr sz="1750">
              <a:latin typeface="微软雅黑" panose="020B0503020204020204" pitchFamily="34" charset="-122"/>
              <a:ea typeface="微软雅黑" panose="020B0503020204020204" pitchFamily="34" charset="-122"/>
              <a:cs typeface="微软雅黑" panose="020B0503020204020204" pitchFamily="34" charset="-122"/>
            </a:endParaRPr>
          </a:p>
          <a:p>
            <a:pPr marL="720090" lvl="0" indent="0" fontAlgn="auto">
              <a:spcBef>
                <a:spcPts val="0"/>
              </a:spcBef>
              <a:buNone/>
            </a:pPr>
            <a:endParaRPr sz="1750">
              <a:latin typeface="微软雅黑" panose="020B0503020204020204" pitchFamily="34" charset="-122"/>
              <a:ea typeface="微软雅黑" panose="020B0503020204020204" pitchFamily="34" charset="-122"/>
              <a:cs typeface="微软雅黑" panose="020B0503020204020204" pitchFamily="34" charset="-122"/>
            </a:endParaRPr>
          </a:p>
          <a:p>
            <a:pPr marL="720090" lvl="0" indent="0" fontAlgn="auto">
              <a:spcBef>
                <a:spcPts val="0"/>
              </a:spcBef>
              <a:buNone/>
            </a:pPr>
            <a:r>
              <a:rPr sz="1750">
                <a:latin typeface="微软雅黑" panose="020B0503020204020204" pitchFamily="34" charset="-122"/>
                <a:ea typeface="微软雅黑" panose="020B0503020204020204" pitchFamily="34" charset="-122"/>
                <a:cs typeface="微软雅黑" panose="020B0503020204020204" pitchFamily="34" charset="-122"/>
              </a:rPr>
              <a:t>print("hello");</a:t>
            </a:r>
            <a:endParaRPr sz="1750">
              <a:latin typeface="微软雅黑" panose="020B0503020204020204" pitchFamily="34" charset="-122"/>
              <a:ea typeface="微软雅黑" panose="020B0503020204020204" pitchFamily="34" charset="-122"/>
              <a:cs typeface="微软雅黑" panose="020B0503020204020204" pitchFamily="34" charset="-122"/>
            </a:endParaRPr>
          </a:p>
          <a:p>
            <a:pPr marL="720090" lvl="0" indent="0" fontAlgn="auto">
              <a:spcBef>
                <a:spcPts val="0"/>
              </a:spcBef>
              <a:buNone/>
            </a:pPr>
            <a:r>
              <a:rPr sz="1750">
                <a:latin typeface="微软雅黑" panose="020B0503020204020204" pitchFamily="34" charset="-122"/>
                <a:ea typeface="微软雅黑" panose="020B0503020204020204" pitchFamily="34" charset="-122"/>
                <a:cs typeface="微软雅黑" panose="020B0503020204020204" pitchFamily="34" charset="-122"/>
              </a:rPr>
              <a:t>print("hello", null);</a:t>
            </a:r>
            <a:endParaRPr sz="175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84995" name="Rectangle 2"/>
          <p:cNvSpPr>
            <a:spLocks noGrp="1"/>
          </p:cNvSpPr>
          <p:nvPr>
            <p:ph type="title"/>
          </p:nvPr>
        </p:nvSpPr>
        <p:spPr>
          <a:xfrm>
            <a:off x="0" y="0"/>
            <a:ext cx="7772400" cy="838200"/>
          </a:xfrm>
        </p:spPr>
        <p:txBody>
          <a:bodyPr vert="horz" wrap="square" lIns="92075" tIns="46038" rIns="92075" bIns="46038" anchor="ctr"/>
          <a:p>
            <a:r>
              <a:rPr lang="zh-CN" altLang="en-US" b="0" dirty="0">
                <a:latin typeface="微软雅黑" panose="020B0503020204020204" pitchFamily="34" charset="-122"/>
                <a:ea typeface="微软雅黑" panose="020B0503020204020204" pitchFamily="34" charset="-122"/>
              </a:rPr>
              <a:t>数组的查找</a:t>
            </a:r>
            <a:endParaRPr lang="en-US" altLang="zh-CN" b="0" dirty="0">
              <a:latin typeface="微软雅黑" panose="020B0503020204020204" pitchFamily="34" charset="-122"/>
              <a:ea typeface="微软雅黑" panose="020B0503020204020204" pitchFamily="34" charset="-122"/>
            </a:endParaRPr>
          </a:p>
        </p:txBody>
      </p:sp>
      <p:sp>
        <p:nvSpPr>
          <p:cNvPr id="84996" name="Rectangle 3"/>
          <p:cNvSpPr/>
          <p:nvPr/>
        </p:nvSpPr>
        <p:spPr>
          <a:xfrm>
            <a:off x="0" y="2816225"/>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84998" name="Rectangle 5"/>
          <p:cNvSpPr>
            <a:spLocks noGrp="1"/>
          </p:cNvSpPr>
          <p:nvPr>
            <p:ph idx="1"/>
          </p:nvPr>
        </p:nvSpPr>
        <p:spPr>
          <a:xfrm>
            <a:off x="539750" y="1047750"/>
            <a:ext cx="8105775" cy="2971800"/>
          </a:xfrm>
        </p:spPr>
        <p:txBody>
          <a:bodyPr vert="horz" wrap="square" lIns="92075" tIns="46038" rIns="92075" bIns="46038" anchor="t">
            <a:noAutofit/>
          </a:bodyPr>
          <a:p>
            <a:pPr>
              <a:lnSpc>
                <a:spcPct val="9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数组中寻找特定元素的过程。</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线性查找法</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9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将要查找的关键元素</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key</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顺序地与数组</a:t>
            </a:r>
            <a:r>
              <a:rPr lang="en-US" altLang="zh-CN" sz="2000" u="sng" dirty="0">
                <a:latin typeface="微软雅黑" panose="020B0503020204020204" pitchFamily="34" charset="-122"/>
                <a:ea typeface="微软雅黑" panose="020B0503020204020204" pitchFamily="34" charset="-122"/>
                <a:cs typeface="微软雅黑" panose="020B0503020204020204" pitchFamily="34" charset="-122"/>
                <a:sym typeface="+mn-ea"/>
              </a:rPr>
              <a:t>list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中的每一个元素进行比较。这个方法一直继续直到在列表中找到与关键字匹配的元</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二分查找法。</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90000"/>
              </a:lnSpc>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使用二分查找法的前提是数组中的元素必须已经被排好序。为不时一般性，假设数组以升序排序。二分查找法首先将关键字</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key</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与数组中间的元素进行比较</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如果关键字</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key</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小于中间元素，只需要在数组的前半部分的元素中继续查找关键字。</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nSpc>
                <a:spcPct val="90000"/>
              </a:lnSpc>
            </a:pP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Java</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在类</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java.util.Arrays</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提供了方法</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binarySearch</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的几个重载方法，它们可以在由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int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double</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char</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short</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long,</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和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float </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构成的数组（必须按升序排列好）中搜索关键字。</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lnSpc>
                <a:spcPct val="9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1">
              <a:lnSpc>
                <a:spcPct val="90000"/>
              </a:lnSpc>
            </a:pP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97283" name="Rectangle 2"/>
          <p:cNvSpPr>
            <a:spLocks noGrp="1"/>
          </p:cNvSpPr>
          <p:nvPr>
            <p:ph type="title"/>
          </p:nvPr>
        </p:nvSpPr>
        <p:spPr>
          <a:xfrm>
            <a:off x="193993" y="-317"/>
            <a:ext cx="7772400" cy="838200"/>
          </a:xfrm>
        </p:spPr>
        <p:txBody>
          <a:bodyPr vert="horz" wrap="square" lIns="92075" tIns="46038" rIns="92075" bIns="46038" anchor="ctr"/>
          <a:p>
            <a:r>
              <a:rPr lang="zh-CN" altLang="en-US" b="0" dirty="0">
                <a:latin typeface="微软雅黑" panose="020B0503020204020204" pitchFamily="34" charset="-122"/>
                <a:ea typeface="微软雅黑" panose="020B0503020204020204" pitchFamily="34" charset="-122"/>
              </a:rPr>
              <a:t>数组的排序</a:t>
            </a:r>
            <a:endParaRPr lang="zh-CN" altLang="en-US" b="0" u="sng" dirty="0">
              <a:latin typeface="微软雅黑" panose="020B0503020204020204" pitchFamily="34" charset="-122"/>
              <a:ea typeface="微软雅黑" panose="020B0503020204020204" pitchFamily="34" charset="-122"/>
            </a:endParaRPr>
          </a:p>
        </p:txBody>
      </p:sp>
      <p:sp>
        <p:nvSpPr>
          <p:cNvPr id="97284" name="Rectangle 3"/>
          <p:cNvSpPr/>
          <p:nvPr/>
        </p:nvSpPr>
        <p:spPr>
          <a:xfrm>
            <a:off x="0" y="2816225"/>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97285" name="Rectangle 4"/>
          <p:cNvSpPr>
            <a:spLocks noGrp="1"/>
          </p:cNvSpPr>
          <p:nvPr>
            <p:ph idx="1"/>
          </p:nvPr>
        </p:nvSpPr>
        <p:spPr>
          <a:xfrm>
            <a:off x="388620" y="1006475"/>
            <a:ext cx="7988300" cy="5622925"/>
          </a:xfrm>
        </p:spPr>
        <p:txBody>
          <a:bodyPr vert="horz" wrap="square" lIns="92075" tIns="46038" rIns="92075" bIns="46038" anchor="t">
            <a:noAutofit/>
          </a:bodyPr>
          <a:p>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选择排序法</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找到数列中的最小数并将它和第一个元素交换。 然后找到剩余数中最小的数并将它和第二个元素交换，直到数列中只包含一个数字。</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其它排序：快速排序 </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lvl="0" algn="l">
              <a:lnSpc>
                <a:spcPct val="120000"/>
              </a:lnSpc>
              <a:buClrTx/>
              <a:buSzTx/>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Java在java.util.Arrays中为排序提供了几个重载方法，例如：下面的代码对数字数组和字符数组进行排序。</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algn="l">
              <a:lnSpc>
                <a:spcPct val="120000"/>
              </a:lnSpc>
              <a:buClrTx/>
              <a:buSzTx/>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  double[] numbers = {6.0, </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0.0/0.0</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 1.9, 2.9, 3.4, 3.5</a:t>
            </a:r>
            <a:r>
              <a:rPr lang="en-US" altLang="zh-CN" sz="2000" dirty="0">
                <a:latin typeface="微软雅黑" panose="020B0503020204020204" pitchFamily="34" charset="-122"/>
                <a:ea typeface="微软雅黑" panose="020B0503020204020204" pitchFamily="34" charset="-122"/>
                <a:cs typeface="微软雅黑" panose="020B0503020204020204" pitchFamily="34" charset="-122"/>
                <a:sym typeface="+mn-ea"/>
              </a:rPr>
              <a:t>/0.0</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457200" lvl="1" indent="0" algn="l">
              <a:lnSpc>
                <a:spcPct val="120000"/>
              </a:lnSpc>
              <a:buClrTx/>
              <a:buSzTx/>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  java.util.Arrays.sort(numbers);</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endParaRPr>
          </a:p>
          <a:p>
            <a:pPr marL="0" lvl="0" indent="0">
              <a:buNone/>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注意，</a:t>
            </a:r>
            <a:r>
              <a:rPr lang="en-US" altLang="zh-CN"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Java</a:t>
            </a:r>
            <a:r>
              <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中 </a:t>
            </a:r>
            <a:r>
              <a:rPr lang="en-US" altLang="zh-CN"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NaN = 0.0 / 0.0; 它与任何值都不相等，甚至不等于它自己</a:t>
            </a:r>
            <a:r>
              <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altLang="zh-CN"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Java</a:t>
            </a:r>
            <a:r>
              <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中 </a:t>
            </a:r>
            <a:r>
              <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允许浮点数运算时除 数为零，所得结果是Infinity</a:t>
            </a:r>
            <a:endPar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6147" name="Rectangle 2"/>
          <p:cNvSpPr>
            <a:spLocks noGrp="1"/>
          </p:cNvSpPr>
          <p:nvPr>
            <p:ph type="title"/>
          </p:nvPr>
        </p:nvSpPr>
        <p:spPr>
          <a:xfrm>
            <a:off x="158115" y="-317"/>
            <a:ext cx="8564563" cy="958850"/>
          </a:xfrm>
        </p:spPr>
        <p:txBody>
          <a:bodyPr vert="horz" wrap="square" lIns="92075" tIns="46038" rIns="92075" bIns="46038" anchor="ctr"/>
          <a:p>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声明</a:t>
            </a:r>
            <a:r>
              <a:rPr lang="en-US" altLang="zh-CN" b="0" dirty="0">
                <a:latin typeface="微软雅黑" panose="020B0503020204020204" pitchFamily="34" charset="-122"/>
                <a:ea typeface="微软雅黑" panose="020B0503020204020204" pitchFamily="34" charset="-122"/>
                <a:cs typeface="微软雅黑" panose="020B0503020204020204" pitchFamily="34" charset="-122"/>
              </a:rPr>
              <a:t>/</a:t>
            </a:r>
            <a:r>
              <a:rPr lang="zh-CN" altLang="en-US" b="0" dirty="0">
                <a:latin typeface="微软雅黑" panose="020B0503020204020204" pitchFamily="34" charset="-122"/>
                <a:ea typeface="微软雅黑" panose="020B0503020204020204" pitchFamily="34" charset="-122"/>
                <a:cs typeface="微软雅黑" panose="020B0503020204020204" pitchFamily="34" charset="-122"/>
              </a:rPr>
              <a:t>创建二维数组变量</a:t>
            </a:r>
            <a:endParaRPr lang="zh-CN" altLang="en-US" b="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6148" name="Rectangle 3"/>
          <p:cNvSpPr>
            <a:spLocks noGrp="1"/>
          </p:cNvSpPr>
          <p:nvPr>
            <p:ph idx="1"/>
          </p:nvPr>
        </p:nvSpPr>
        <p:spPr>
          <a:xfrm>
            <a:off x="271145" y="958850"/>
            <a:ext cx="8602345" cy="5389245"/>
          </a:xfrm>
        </p:spPr>
        <p:txBody>
          <a:bodyPr vert="horz" wrap="square" lIns="92075" tIns="46038" rIns="92075" bIns="46038" anchor="t"/>
          <a:p>
            <a:pPr marL="0" indent="0">
              <a:buNone/>
            </a:pPr>
            <a:r>
              <a:rPr lang="en-US" altLang="zh-CN" sz="2400" b="1" dirty="0">
                <a:latin typeface="Courier New" panose="02070309020205020404" charset="0"/>
                <a:ea typeface="宋体" panose="02010600030101010101" pitchFamily="2" charset="-122"/>
              </a:rPr>
              <a:t>// </a:t>
            </a:r>
            <a:r>
              <a:rPr lang="zh-CN" altLang="en-US" sz="2400" b="1" dirty="0">
                <a:latin typeface="Courier New" panose="02070309020205020404" charset="0"/>
                <a:ea typeface="宋体" panose="02010600030101010101" pitchFamily="2" charset="-122"/>
              </a:rPr>
              <a:t>声明数组引用变量</a:t>
            </a:r>
            <a:endParaRPr lang="en-US" altLang="zh-CN" sz="2400" b="1" dirty="0">
              <a:latin typeface="Courier New" panose="02070309020205020404" charset="0"/>
              <a:ea typeface="宋体" panose="02010600030101010101" pitchFamily="2" charset="-122"/>
            </a:endParaRPr>
          </a:p>
          <a:p>
            <a:pPr marL="0" indent="0">
              <a:buNone/>
            </a:pPr>
            <a:r>
              <a:rPr lang="en-US" altLang="zh-CN" sz="2400" dirty="0">
                <a:latin typeface="Courier New" panose="02070309020205020404" charset="0"/>
                <a:ea typeface="宋体" panose="02010600030101010101" pitchFamily="2" charset="-122"/>
              </a:rPr>
              <a:t>dataType[][] re</a:t>
            </a:r>
            <a:r>
              <a:rPr lang="zh-CN" altLang="en-US" sz="2400" dirty="0">
                <a:latin typeface="Courier New" panose="02070309020205020404" charset="0"/>
                <a:ea typeface="宋体" panose="02010600030101010101" pitchFamily="2" charset="-122"/>
              </a:rPr>
              <a:t>fvar；或 </a:t>
            </a:r>
            <a:r>
              <a:rPr lang="en-US" altLang="zh-CN" sz="2400" dirty="0">
                <a:latin typeface="Courier New" panose="02070309020205020404" charset="0"/>
                <a:ea typeface="宋体" panose="02010600030101010101" pitchFamily="2" charset="-122"/>
                <a:sym typeface="+mn-ea"/>
              </a:rPr>
              <a:t>dataType  re</a:t>
            </a:r>
            <a:r>
              <a:rPr lang="zh-CN" altLang="en-US" sz="2400" dirty="0">
                <a:latin typeface="Courier New" panose="02070309020205020404" charset="0"/>
                <a:ea typeface="宋体" panose="02010600030101010101" pitchFamily="2" charset="-122"/>
                <a:sym typeface="+mn-ea"/>
              </a:rPr>
              <a:t>fvar</a:t>
            </a:r>
            <a:r>
              <a:rPr lang="en-US" altLang="zh-CN" sz="2400" dirty="0">
                <a:latin typeface="Courier New" panose="02070309020205020404" charset="0"/>
                <a:ea typeface="宋体" panose="02010600030101010101" pitchFamily="2" charset="-122"/>
                <a:sym typeface="+mn-ea"/>
              </a:rPr>
              <a:t>[][];</a:t>
            </a:r>
            <a:endParaRPr lang="zh-CN" altLang="en-US" sz="2400" dirty="0">
              <a:latin typeface="Courier New" panose="02070309020205020404" charset="0"/>
              <a:ea typeface="宋体" panose="02010600030101010101" pitchFamily="2" charset="-122"/>
            </a:endParaRPr>
          </a:p>
          <a:p>
            <a:pPr marL="0" indent="0">
              <a:buNone/>
            </a:pPr>
            <a:r>
              <a:rPr lang="zh-CN" altLang="en-US" sz="2400" b="1" dirty="0">
                <a:latin typeface="Courier New" panose="02070309020205020404" charset="0"/>
                <a:ea typeface="宋体" panose="02010600030101010101" pitchFamily="2" charset="-122"/>
              </a:rPr>
              <a:t>// 创建数组并将它的引用赋值给变量</a:t>
            </a:r>
            <a:endParaRPr lang="zh-CN" altLang="en-US" sz="2400" b="1" dirty="0">
              <a:latin typeface="Courier New" panose="02070309020205020404" charset="0"/>
              <a:ea typeface="宋体" panose="02010600030101010101" pitchFamily="2" charset="-122"/>
            </a:endParaRPr>
          </a:p>
          <a:p>
            <a:pPr marL="0" indent="0">
              <a:buNone/>
            </a:pPr>
            <a:r>
              <a:rPr lang="en-US" altLang="zh-CN" sz="2400" dirty="0">
                <a:latin typeface="Courier New" panose="02070309020205020404" charset="0"/>
                <a:ea typeface="宋体" panose="02010600030101010101" pitchFamily="2" charset="-122"/>
              </a:rPr>
              <a:t>refVar = new dataType[10][10]; </a:t>
            </a:r>
            <a:endParaRPr lang="en-US" altLang="zh-CN" sz="2400" dirty="0">
              <a:latin typeface="Courier New" panose="02070309020205020404" charset="0"/>
              <a:ea typeface="宋体" panose="02010600030101010101" pitchFamily="2" charset="-122"/>
            </a:endParaRPr>
          </a:p>
          <a:p>
            <a:pPr marL="0" indent="0">
              <a:buNone/>
            </a:pPr>
            <a:endParaRPr lang="en-US" altLang="zh-CN" sz="2400" dirty="0">
              <a:latin typeface="Courier New" panose="02070309020205020404" charset="0"/>
              <a:ea typeface="宋体" panose="02010600030101010101" pitchFamily="2" charset="-122"/>
            </a:endParaRPr>
          </a:p>
          <a:p>
            <a:pPr marL="0" indent="0">
              <a:buNone/>
            </a:pPr>
            <a:r>
              <a:rPr lang="en-US" altLang="zh-CN" sz="2400" b="1" dirty="0">
                <a:latin typeface="Courier New" panose="02070309020205020404" charset="0"/>
                <a:ea typeface="宋体" panose="02010600030101010101" pitchFamily="2" charset="-122"/>
              </a:rPr>
              <a:t>//</a:t>
            </a:r>
            <a:r>
              <a:rPr lang="zh-CN" altLang="en-US" sz="2400" b="1" dirty="0">
                <a:latin typeface="Courier New" panose="02070309020205020404" charset="0"/>
                <a:ea typeface="宋体" panose="02010600030101010101" pitchFamily="2" charset="-122"/>
              </a:rPr>
              <a:t>声明和创建数组合放在一条语句中</a:t>
            </a:r>
            <a:endParaRPr lang="zh-CN" altLang="en-US" sz="2400" b="1" dirty="0">
              <a:latin typeface="Courier New" panose="02070309020205020404" charset="0"/>
              <a:ea typeface="宋体" panose="02010600030101010101" pitchFamily="2" charset="-122"/>
            </a:endParaRPr>
          </a:p>
          <a:p>
            <a:pPr marL="0" indent="0">
              <a:buNone/>
            </a:pPr>
            <a:r>
              <a:rPr lang="en-US" altLang="zh-CN" sz="2400" dirty="0">
                <a:latin typeface="Courier New" panose="02070309020205020404" charset="0"/>
                <a:ea typeface="宋体" panose="02010600030101010101" pitchFamily="2" charset="-122"/>
              </a:rPr>
              <a:t>dataType[][] refVar = new dataType[10][10]; </a:t>
            </a:r>
            <a:endParaRPr lang="en-US" altLang="zh-CN" sz="2400" dirty="0">
              <a:latin typeface="Courier New" panose="02070309020205020404" charset="0"/>
              <a:ea typeface="宋体" panose="02010600030101010101" pitchFamily="2" charset="-122"/>
            </a:endParaRPr>
          </a:p>
          <a:p>
            <a:pPr marL="0" indent="0">
              <a:buNone/>
            </a:pPr>
            <a:r>
              <a:rPr lang="zh-CN" altLang="zh-CN" sz="2400" dirty="0">
                <a:latin typeface="Courier New" panose="02070309020205020404" charset="0"/>
                <a:ea typeface="宋体" panose="02010600030101010101" pitchFamily="2" charset="-122"/>
              </a:rPr>
              <a:t>或</a:t>
            </a:r>
            <a:endParaRPr lang="en-US" altLang="zh-CN" sz="2400" dirty="0">
              <a:latin typeface="Courier New" panose="02070309020205020404" charset="0"/>
              <a:ea typeface="宋体" panose="02010600030101010101" pitchFamily="2" charset="-122"/>
            </a:endParaRPr>
          </a:p>
          <a:p>
            <a:pPr marL="0" indent="0">
              <a:buNone/>
            </a:pPr>
            <a:r>
              <a:rPr lang="en-US" altLang="zh-CN" sz="2400" dirty="0">
                <a:latin typeface="Courier New" panose="02070309020205020404" charset="0"/>
                <a:ea typeface="宋体" panose="02010600030101010101" pitchFamily="2" charset="-122"/>
              </a:rPr>
              <a:t>dataType refVar[][] = new dataType[10][10]; </a:t>
            </a:r>
            <a:endParaRPr lang="en-US" altLang="zh-CN" sz="2400" dirty="0">
              <a:latin typeface="Courier New" panose="02070309020205020404" charset="0"/>
              <a:ea typeface="宋体" panose="02010600030101010101" pitchFamily="2" charset="-122"/>
            </a:endParaRPr>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9220" name="Rectangle 3"/>
          <p:cNvSpPr>
            <a:spLocks noGrp="1"/>
          </p:cNvSpPr>
          <p:nvPr>
            <p:ph idx="1"/>
          </p:nvPr>
        </p:nvSpPr>
        <p:spPr>
          <a:xfrm>
            <a:off x="228600" y="3573145"/>
            <a:ext cx="8763000" cy="403225"/>
          </a:xfrm>
        </p:spPr>
        <p:txBody>
          <a:bodyPr vert="horz" wrap="square" lIns="92075" tIns="46038" rIns="92075" bIns="46038" anchor="t">
            <a:noAutofit/>
          </a:bodyPr>
          <a:p>
            <a:pPr>
              <a:lnSpc>
                <a:spcPct val="90000"/>
              </a:lnSpc>
              <a:buNone/>
            </a:pPr>
            <a:r>
              <a:rPr lang="zh-CN" altLang="en-US" sz="2000" dirty="0">
                <a:latin typeface="微软雅黑" panose="020B0503020204020204" pitchFamily="34" charset="-122"/>
                <a:ea typeface="微软雅黑" panose="020B0503020204020204" pitchFamily="34" charset="-122"/>
              </a:rPr>
              <a:t>可以使用数组初始化语法来声明、创建和初始化一个二维数组。例如：</a:t>
            </a:r>
            <a:endParaRPr lang="zh-CN" altLang="en-US" sz="2000" dirty="0">
              <a:latin typeface="微软雅黑" panose="020B0503020204020204" pitchFamily="34" charset="-122"/>
              <a:ea typeface="微软雅黑" panose="020B0503020204020204" pitchFamily="34" charset="-122"/>
            </a:endParaRPr>
          </a:p>
        </p:txBody>
      </p:sp>
      <p:sp>
        <p:nvSpPr>
          <p:cNvPr id="9221" name="Rectangle 4"/>
          <p:cNvSpPr/>
          <p:nvPr/>
        </p:nvSpPr>
        <p:spPr>
          <a:xfrm>
            <a:off x="3886200" y="4128770"/>
            <a:ext cx="5029200" cy="1905000"/>
          </a:xfrm>
          <a:prstGeom prst="rect">
            <a:avLst/>
          </a:prstGeom>
          <a:noFill/>
          <a:ln w="9525" cap="flat" cmpd="sng">
            <a:solidFill>
              <a:srgbClr val="FF0000"/>
            </a:solidFill>
            <a:prstDash val="solid"/>
            <a:miter/>
            <a:headEnd type="none" w="med" len="med"/>
            <a:tailEnd type="none" w="med" len="med"/>
          </a:ln>
        </p:spPr>
        <p:txBody>
          <a:bodyPr lIns="92075" tIns="46038" rIns="92075" bIns="46038"/>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342900" lvl="0" indent="-342900">
              <a:buNone/>
            </a:pPr>
            <a:r>
              <a:rPr lang="en-US" altLang="zh-CN" sz="1800" dirty="0">
                <a:ea typeface="宋体" panose="02010600030101010101" pitchFamily="2" charset="-122"/>
              </a:rPr>
              <a:t>int[][] array = new int[4][3];</a:t>
            </a:r>
            <a:endParaRPr lang="en-US" altLang="zh-CN" sz="1800" dirty="0">
              <a:ea typeface="宋体" panose="02010600030101010101" pitchFamily="2" charset="-122"/>
            </a:endParaRPr>
          </a:p>
          <a:p>
            <a:pPr marL="342900" lvl="0" indent="-342900">
              <a:buNone/>
            </a:pPr>
            <a:r>
              <a:rPr lang="en-US" altLang="zh-CN" sz="1800" dirty="0">
                <a:ea typeface="宋体" panose="02010600030101010101" pitchFamily="2" charset="-122"/>
              </a:rPr>
              <a:t>array[0][0] = 1; array[0][1] = 2; array[0][2] = 3; </a:t>
            </a:r>
            <a:endParaRPr lang="en-US" altLang="zh-CN" sz="1800" dirty="0">
              <a:ea typeface="宋体" panose="02010600030101010101" pitchFamily="2" charset="-122"/>
            </a:endParaRPr>
          </a:p>
          <a:p>
            <a:pPr marL="342900" lvl="0" indent="-342900">
              <a:buNone/>
            </a:pPr>
            <a:r>
              <a:rPr lang="en-US" altLang="zh-CN" sz="1800" dirty="0">
                <a:ea typeface="宋体" panose="02010600030101010101" pitchFamily="2" charset="-122"/>
              </a:rPr>
              <a:t>array[1][0] = 4; array[1][1] = 5; array[1][2] = 6; </a:t>
            </a:r>
            <a:endParaRPr lang="en-US" altLang="zh-CN" sz="1800" dirty="0">
              <a:ea typeface="宋体" panose="02010600030101010101" pitchFamily="2" charset="-122"/>
            </a:endParaRPr>
          </a:p>
          <a:p>
            <a:pPr marL="342900" lvl="0" indent="-342900">
              <a:buNone/>
            </a:pPr>
            <a:r>
              <a:rPr lang="en-US" altLang="zh-CN" sz="1800" dirty="0">
                <a:ea typeface="宋体" panose="02010600030101010101" pitchFamily="2" charset="-122"/>
              </a:rPr>
              <a:t>array[2][0] = 7; array[2][1] = 8; array[2][2] = 9; </a:t>
            </a:r>
            <a:endParaRPr lang="en-US" altLang="zh-CN" sz="1800" dirty="0">
              <a:ea typeface="宋体" panose="02010600030101010101" pitchFamily="2" charset="-122"/>
            </a:endParaRPr>
          </a:p>
          <a:p>
            <a:pPr marL="342900" lvl="0" indent="-342900">
              <a:buNone/>
            </a:pPr>
            <a:r>
              <a:rPr lang="en-US" altLang="zh-CN" sz="1800" dirty="0">
                <a:ea typeface="宋体" panose="02010600030101010101" pitchFamily="2" charset="-122"/>
              </a:rPr>
              <a:t>array[3][0] = 10; array[3][1] = 11; array[3][2] = 12;</a:t>
            </a:r>
            <a:r>
              <a:rPr lang="en-US" altLang="zh-CN" sz="1800" dirty="0">
                <a:latin typeface="Courier" charset="0"/>
                <a:ea typeface="宋体" panose="02010600030101010101" pitchFamily="2" charset="-122"/>
              </a:rPr>
              <a:t> </a:t>
            </a:r>
            <a:endParaRPr lang="en-US" altLang="zh-CN" sz="1800" dirty="0">
              <a:latin typeface="Courier" charset="0"/>
              <a:ea typeface="宋体" panose="02010600030101010101" pitchFamily="2" charset="-122"/>
            </a:endParaRPr>
          </a:p>
        </p:txBody>
      </p:sp>
      <p:sp>
        <p:nvSpPr>
          <p:cNvPr id="9222" name="Rectangle 5"/>
          <p:cNvSpPr/>
          <p:nvPr/>
        </p:nvSpPr>
        <p:spPr>
          <a:xfrm>
            <a:off x="228600" y="3976370"/>
            <a:ext cx="1828800" cy="2286000"/>
          </a:xfrm>
          <a:prstGeom prst="rect">
            <a:avLst/>
          </a:prstGeom>
          <a:noFill/>
          <a:ln w="9525" cap="flat" cmpd="sng">
            <a:solidFill>
              <a:srgbClr val="FF0000"/>
            </a:solidFill>
            <a:prstDash val="solid"/>
            <a:miter/>
            <a:headEnd type="none" w="med" len="med"/>
            <a:tailEnd type="none" w="med" len="med"/>
          </a:ln>
        </p:spPr>
        <p:txBody>
          <a:bodyPr lIns="92075" tIns="46038" rIns="92075" bIns="46038"/>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342900" lvl="0" indent="-342900">
              <a:buNone/>
            </a:pPr>
            <a:r>
              <a:rPr lang="en-US" altLang="zh-CN" sz="2000" dirty="0">
                <a:ea typeface="宋体" panose="02010600030101010101" pitchFamily="2" charset="-122"/>
              </a:rPr>
              <a:t>int[][] array = {</a:t>
            </a:r>
            <a:endParaRPr lang="en-US" altLang="zh-CN" sz="2000" dirty="0">
              <a:ea typeface="宋体" panose="02010600030101010101" pitchFamily="2" charset="-122"/>
            </a:endParaRPr>
          </a:p>
          <a:p>
            <a:pPr marL="342900" lvl="0" indent="-342900">
              <a:buNone/>
            </a:pPr>
            <a:r>
              <a:rPr lang="en-US" altLang="zh-CN" sz="2000" dirty="0">
                <a:ea typeface="宋体" panose="02010600030101010101" pitchFamily="2" charset="-122"/>
              </a:rPr>
              <a:t>  {1, 2, 3},</a:t>
            </a:r>
            <a:endParaRPr lang="en-US" altLang="zh-CN" sz="2000" dirty="0">
              <a:ea typeface="宋体" panose="02010600030101010101" pitchFamily="2" charset="-122"/>
            </a:endParaRPr>
          </a:p>
          <a:p>
            <a:pPr marL="342900" lvl="0" indent="-342900">
              <a:buNone/>
            </a:pPr>
            <a:r>
              <a:rPr lang="en-US" altLang="zh-CN" sz="2000" dirty="0">
                <a:ea typeface="宋体" panose="02010600030101010101" pitchFamily="2" charset="-122"/>
              </a:rPr>
              <a:t>  {4, 5, 6},</a:t>
            </a:r>
            <a:endParaRPr lang="en-US" altLang="zh-CN" sz="2000" dirty="0">
              <a:ea typeface="宋体" panose="02010600030101010101" pitchFamily="2" charset="-122"/>
            </a:endParaRPr>
          </a:p>
          <a:p>
            <a:pPr marL="342900" lvl="0" indent="-342900">
              <a:buNone/>
            </a:pPr>
            <a:r>
              <a:rPr lang="en-US" altLang="zh-CN" sz="2000" dirty="0">
                <a:ea typeface="宋体" panose="02010600030101010101" pitchFamily="2" charset="-122"/>
              </a:rPr>
              <a:t>  {7, 8, 9},</a:t>
            </a:r>
            <a:endParaRPr lang="en-US" altLang="zh-CN" sz="2000" dirty="0">
              <a:ea typeface="宋体" panose="02010600030101010101" pitchFamily="2" charset="-122"/>
            </a:endParaRPr>
          </a:p>
          <a:p>
            <a:pPr marL="342900" lvl="0" indent="-342900">
              <a:buNone/>
            </a:pPr>
            <a:r>
              <a:rPr lang="en-US" altLang="zh-CN" sz="2000" dirty="0">
                <a:ea typeface="宋体" panose="02010600030101010101" pitchFamily="2" charset="-122"/>
              </a:rPr>
              <a:t>  {10, 11, 12}</a:t>
            </a:r>
            <a:endParaRPr lang="en-US" altLang="zh-CN" sz="2000" dirty="0">
              <a:ea typeface="宋体" panose="02010600030101010101" pitchFamily="2" charset="-122"/>
            </a:endParaRPr>
          </a:p>
          <a:p>
            <a:pPr marL="342900" lvl="0" indent="-342900">
              <a:buNone/>
            </a:pPr>
            <a:r>
              <a:rPr lang="en-US" altLang="zh-CN" sz="2000" dirty="0">
                <a:ea typeface="宋体" panose="02010600030101010101" pitchFamily="2" charset="-122"/>
              </a:rPr>
              <a:t>};</a:t>
            </a:r>
            <a:endParaRPr lang="en-US" altLang="zh-CN" sz="1600" dirty="0">
              <a:latin typeface="Courier" charset="0"/>
              <a:ea typeface="宋体" panose="02010600030101010101" pitchFamily="2" charset="-122"/>
            </a:endParaRPr>
          </a:p>
        </p:txBody>
      </p:sp>
      <p:sp>
        <p:nvSpPr>
          <p:cNvPr id="9223" name="Line 6"/>
          <p:cNvSpPr/>
          <p:nvPr/>
        </p:nvSpPr>
        <p:spPr>
          <a:xfrm>
            <a:off x="2133600" y="5195570"/>
            <a:ext cx="1600200" cy="0"/>
          </a:xfrm>
          <a:prstGeom prst="line">
            <a:avLst/>
          </a:prstGeom>
          <a:ln w="12700" cap="flat" cmpd="sng">
            <a:solidFill>
              <a:srgbClr val="FF0000"/>
            </a:solidFill>
            <a:prstDash val="solid"/>
            <a:headEnd type="none" w="med" len="med"/>
            <a:tailEnd type="none" w="med" len="med"/>
          </a:ln>
        </p:spPr>
      </p:sp>
      <p:sp>
        <p:nvSpPr>
          <p:cNvPr id="9224" name="Rectangle 7"/>
          <p:cNvSpPr/>
          <p:nvPr/>
        </p:nvSpPr>
        <p:spPr>
          <a:xfrm>
            <a:off x="2438400" y="4662170"/>
            <a:ext cx="1371600" cy="381000"/>
          </a:xfrm>
          <a:prstGeom prst="rect">
            <a:avLst/>
          </a:prstGeom>
          <a:noFill/>
          <a:ln w="9525">
            <a:noFill/>
          </a:ln>
        </p:spPr>
        <p:txBody>
          <a:bodyPr lIns="92075" tIns="46038" rIns="92075" bIns="46038"/>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342900" lvl="0" indent="-342900">
              <a:buNone/>
            </a:pPr>
            <a:r>
              <a:rPr lang="zh-CN" altLang="en-US" sz="2400" dirty="0">
                <a:ea typeface="宋体" panose="02010600030101010101" pitchFamily="2" charset="-122"/>
              </a:rPr>
              <a:t>等同于</a:t>
            </a:r>
            <a:endParaRPr lang="zh-CN" altLang="en-US" sz="2400" dirty="0">
              <a:ea typeface="宋体" panose="02010600030101010101" pitchFamily="2" charset="-122"/>
            </a:endParaRPr>
          </a:p>
        </p:txBody>
      </p:sp>
      <p:sp>
        <p:nvSpPr>
          <p:cNvPr id="9225" name="Line 8"/>
          <p:cNvSpPr/>
          <p:nvPr/>
        </p:nvSpPr>
        <p:spPr>
          <a:xfrm>
            <a:off x="2133600" y="5119370"/>
            <a:ext cx="1600200" cy="0"/>
          </a:xfrm>
          <a:prstGeom prst="line">
            <a:avLst/>
          </a:prstGeom>
          <a:ln w="12700" cap="flat" cmpd="sng">
            <a:solidFill>
              <a:srgbClr val="FF0000"/>
            </a:solidFill>
            <a:prstDash val="solid"/>
            <a:headEnd type="none" w="med" len="med"/>
            <a:tailEnd type="none" w="med" len="med"/>
          </a:ln>
        </p:spPr>
      </p:sp>
      <p:sp>
        <p:nvSpPr>
          <p:cNvPr id="3" name="文本框 2"/>
          <p:cNvSpPr txBox="1"/>
          <p:nvPr/>
        </p:nvSpPr>
        <p:spPr>
          <a:xfrm>
            <a:off x="345440" y="1205865"/>
            <a:ext cx="7395210" cy="1750695"/>
          </a:xfrm>
          <a:prstGeom prst="rect">
            <a:avLst/>
          </a:prstGeom>
          <a:noFill/>
        </p:spPr>
        <p:txBody>
          <a:bodyPr wrap="square" rtlCol="0" anchor="t">
            <a:spAutoFit/>
          </a:bodyPr>
          <a:p>
            <a:pPr marL="0" indent="0">
              <a:lnSpc>
                <a:spcPct val="90000"/>
              </a:lnSpc>
              <a:buNone/>
            </a:pPr>
            <a:r>
              <a:rPr lang="zh-CN" altLang="en-US" sz="2400" dirty="0">
                <a:latin typeface="微软雅黑" panose="020B0503020204020204" pitchFamily="34" charset="-122"/>
                <a:ea typeface="微软雅黑" panose="020B0503020204020204" pitchFamily="34" charset="-122"/>
                <a:sym typeface="+mn-ea"/>
              </a:rPr>
              <a:t>创建二维数组并初始化示例</a:t>
            </a:r>
            <a:endParaRPr lang="en-US" altLang="zh-CN" sz="2400" dirty="0">
              <a:latin typeface="微软雅黑" panose="020B0503020204020204" pitchFamily="34" charset="-122"/>
              <a:ea typeface="微软雅黑" panose="020B0503020204020204" pitchFamily="34" charset="-122"/>
              <a:sym typeface="+mn-ea"/>
            </a:endParaRPr>
          </a:p>
          <a:p>
            <a:pPr marL="0" indent="0">
              <a:lnSpc>
                <a:spcPct val="90000"/>
              </a:lnSpc>
              <a:buNone/>
            </a:pPr>
            <a:endParaRPr lang="en-US" altLang="zh-CN" sz="1600" dirty="0">
              <a:latin typeface="Courier New" panose="02070309020205020404" charset="0"/>
              <a:ea typeface="宋体" panose="02010600030101010101" pitchFamily="2" charset="-122"/>
              <a:sym typeface="+mn-ea"/>
            </a:endParaRPr>
          </a:p>
          <a:p>
            <a:pPr marL="0" indent="0">
              <a:lnSpc>
                <a:spcPct val="90000"/>
              </a:lnSpc>
              <a:buNone/>
            </a:pPr>
            <a:r>
              <a:rPr lang="en-US" altLang="zh-CN" sz="1600" dirty="0">
                <a:latin typeface="Courier New" panose="02070309020205020404" charset="0"/>
                <a:ea typeface="宋体" panose="02010600030101010101" pitchFamily="2" charset="-122"/>
                <a:sym typeface="+mn-ea"/>
              </a:rPr>
              <a:t>int matrix[][] = new int[10][10];</a:t>
            </a:r>
            <a:endParaRPr lang="en-US" altLang="zh-CN" sz="1600" dirty="0">
              <a:latin typeface="Courier New" panose="02070309020205020404" charset="0"/>
              <a:ea typeface="宋体" panose="02010600030101010101" pitchFamily="2" charset="-122"/>
            </a:endParaRPr>
          </a:p>
          <a:p>
            <a:pPr marL="0" indent="0">
              <a:lnSpc>
                <a:spcPct val="90000"/>
              </a:lnSpc>
              <a:buNone/>
            </a:pPr>
            <a:endParaRPr lang="en-US" altLang="zh-CN" sz="1600" dirty="0">
              <a:latin typeface="Courier New" panose="02070309020205020404" charset="0"/>
              <a:ea typeface="宋体" panose="02010600030101010101" pitchFamily="2" charset="-122"/>
            </a:endParaRPr>
          </a:p>
          <a:p>
            <a:pPr marL="0" indent="0">
              <a:lnSpc>
                <a:spcPct val="90000"/>
              </a:lnSpc>
              <a:spcBef>
                <a:spcPct val="0"/>
              </a:spcBef>
              <a:buNone/>
            </a:pPr>
            <a:r>
              <a:rPr lang="en-US" altLang="zh-CN" sz="1600" dirty="0">
                <a:latin typeface="Courier New" panose="02070309020205020404" charset="0"/>
                <a:ea typeface="宋体" panose="02010600030101010101" pitchFamily="2" charset="-122"/>
                <a:sym typeface="+mn-ea"/>
              </a:rPr>
              <a:t>for (int i = 0; i &lt; matrix.length; i++)</a:t>
            </a:r>
            <a:endParaRPr lang="en-US" altLang="zh-CN" sz="1600" dirty="0">
              <a:latin typeface="Courier New" panose="02070309020205020404" charset="0"/>
              <a:ea typeface="宋体" panose="02010600030101010101" pitchFamily="2" charset="-122"/>
            </a:endParaRPr>
          </a:p>
          <a:p>
            <a:pPr marL="0" indent="0">
              <a:lnSpc>
                <a:spcPct val="90000"/>
              </a:lnSpc>
              <a:spcBef>
                <a:spcPct val="0"/>
              </a:spcBef>
              <a:buNone/>
            </a:pPr>
            <a:r>
              <a:rPr lang="en-US" altLang="zh-CN" sz="1600" dirty="0">
                <a:latin typeface="Courier New" panose="02070309020205020404" charset="0"/>
                <a:ea typeface="宋体" panose="02010600030101010101" pitchFamily="2" charset="-122"/>
                <a:sym typeface="+mn-ea"/>
              </a:rPr>
              <a:t>  for (int j = 0; j &lt; matrix[i].length; j++)</a:t>
            </a:r>
            <a:endParaRPr lang="en-US" altLang="zh-CN" sz="1600" dirty="0">
              <a:latin typeface="Courier New" panose="02070309020205020404" charset="0"/>
              <a:ea typeface="宋体" panose="02010600030101010101" pitchFamily="2" charset="-122"/>
            </a:endParaRPr>
          </a:p>
          <a:p>
            <a:pPr marL="0" indent="0">
              <a:lnSpc>
                <a:spcPct val="90000"/>
              </a:lnSpc>
              <a:spcBef>
                <a:spcPct val="0"/>
              </a:spcBef>
              <a:buNone/>
            </a:pPr>
            <a:r>
              <a:rPr lang="en-US" altLang="zh-CN" sz="1600" dirty="0">
                <a:latin typeface="Courier New" panose="02070309020205020404" charset="0"/>
                <a:ea typeface="宋体" panose="02010600030101010101" pitchFamily="2" charset="-122"/>
                <a:sym typeface="+mn-ea"/>
              </a:rPr>
              <a:t>    matrix[i][j] = (int)(Math.random() * 1000);</a:t>
            </a:r>
            <a:endParaRPr lang="zh-CN" altLang="en-US"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10243" name="Rectangle 2"/>
          <p:cNvSpPr>
            <a:spLocks noGrp="1"/>
          </p:cNvSpPr>
          <p:nvPr>
            <p:ph type="title"/>
          </p:nvPr>
        </p:nvSpPr>
        <p:spPr>
          <a:xfrm>
            <a:off x="154940" y="0"/>
            <a:ext cx="7772400" cy="762000"/>
          </a:xfrm>
        </p:spPr>
        <p:txBody>
          <a:bodyPr vert="horz" wrap="square" lIns="92075" tIns="46038" rIns="92075" bIns="46038" anchor="ctr"/>
          <a:p>
            <a:r>
              <a:rPr lang="zh-CN" altLang="en-US" b="0" dirty="0">
                <a:latin typeface="微软雅黑" panose="020B0503020204020204" pitchFamily="34" charset="-122"/>
                <a:ea typeface="微软雅黑" panose="020B0503020204020204" pitchFamily="34" charset="-122"/>
              </a:rPr>
              <a:t>二维数组的长度</a:t>
            </a:r>
            <a:endParaRPr lang="zh-CN" altLang="en-US" b="0" dirty="0">
              <a:solidFill>
                <a:schemeClr val="tx1"/>
              </a:solidFill>
              <a:latin typeface="微软雅黑" panose="020B0503020204020204" pitchFamily="34" charset="-122"/>
              <a:ea typeface="微软雅黑" panose="020B0503020204020204" pitchFamily="34" charset="-122"/>
            </a:endParaRPr>
          </a:p>
        </p:txBody>
      </p:sp>
      <p:sp>
        <p:nvSpPr>
          <p:cNvPr id="10244" name="Rectangle 3"/>
          <p:cNvSpPr/>
          <p:nvPr/>
        </p:nvSpPr>
        <p:spPr>
          <a:xfrm>
            <a:off x="2466975" y="2790825"/>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graphicFrame>
        <p:nvGraphicFramePr>
          <p:cNvPr id="10245" name="Object 4"/>
          <p:cNvGraphicFramePr>
            <a:graphicFrameLocks noChangeAspect="1"/>
          </p:cNvGraphicFramePr>
          <p:nvPr/>
        </p:nvGraphicFramePr>
        <p:xfrm>
          <a:off x="271463" y="2430463"/>
          <a:ext cx="8610600" cy="2613025"/>
        </p:xfrm>
        <a:graphic>
          <a:graphicData uri="http://schemas.openxmlformats.org/presentationml/2006/ole">
            <mc:AlternateContent xmlns:mc="http://schemas.openxmlformats.org/markup-compatibility/2006">
              <mc:Choice xmlns:v="urn:schemas-microsoft-com:vml" Requires="v">
                <p:oleObj spid="_x0000_s3077" name="" r:id="rId1" imgW="4368800" imgH="1332230" progId="Word.Picture.8">
                  <p:embed/>
                </p:oleObj>
              </mc:Choice>
              <mc:Fallback>
                <p:oleObj name="" r:id="rId1" imgW="4368800" imgH="1332230" progId="Word.Picture.8">
                  <p:embed/>
                  <p:pic>
                    <p:nvPicPr>
                      <p:cNvPr id="0" name="图片 3076"/>
                      <p:cNvPicPr/>
                      <p:nvPr/>
                    </p:nvPicPr>
                    <p:blipFill>
                      <a:blip r:embed="rId2"/>
                      <a:stretch>
                        <a:fillRect/>
                      </a:stretch>
                    </p:blipFill>
                    <p:spPr>
                      <a:xfrm>
                        <a:off x="271463" y="2430463"/>
                        <a:ext cx="8610600" cy="2613025"/>
                      </a:xfrm>
                      <a:prstGeom prst="rect">
                        <a:avLst/>
                      </a:prstGeom>
                      <a:noFill/>
                      <a:ln w="38100">
                        <a:noFill/>
                        <a:miter/>
                      </a:ln>
                    </p:spPr>
                  </p:pic>
                </p:oleObj>
              </mc:Fallback>
            </mc:AlternateContent>
          </a:graphicData>
        </a:graphic>
      </p:graphicFrame>
      <p:sp>
        <p:nvSpPr>
          <p:cNvPr id="10246" name="Rectangle 5"/>
          <p:cNvSpPr>
            <a:spLocks noGrp="1"/>
          </p:cNvSpPr>
          <p:nvPr>
            <p:ph idx="1"/>
          </p:nvPr>
        </p:nvSpPr>
        <p:spPr>
          <a:xfrm>
            <a:off x="685800" y="1657350"/>
            <a:ext cx="6553200" cy="628650"/>
          </a:xfrm>
        </p:spPr>
        <p:txBody>
          <a:bodyPr vert="horz" wrap="square" lIns="92075" tIns="46038" rIns="92075" bIns="46038" anchor="t"/>
          <a:p>
            <a:pPr>
              <a:buNone/>
            </a:pPr>
            <a:r>
              <a:rPr lang="en-US" altLang="zh-CN" dirty="0">
                <a:ea typeface="宋体" panose="02010600030101010101" pitchFamily="2" charset="-122"/>
              </a:rPr>
              <a:t>int[][] x = new int[3][4];</a:t>
            </a:r>
            <a:endParaRPr lang="en-US" altLang="zh-CN"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12291" name="Rectangle 2"/>
          <p:cNvSpPr>
            <a:spLocks noGrp="1"/>
          </p:cNvSpPr>
          <p:nvPr>
            <p:ph type="title"/>
          </p:nvPr>
        </p:nvSpPr>
        <p:spPr>
          <a:xfrm>
            <a:off x="228600" y="0"/>
            <a:ext cx="7772400" cy="762000"/>
          </a:xfrm>
        </p:spPr>
        <p:txBody>
          <a:bodyPr vert="horz" wrap="square" lIns="92075" tIns="46038" rIns="92075" bIns="46038" anchor="ctr"/>
          <a:p>
            <a:r>
              <a:rPr lang="zh-CN" altLang="en-US" b="0" dirty="0">
                <a:latin typeface="微软雅黑" panose="020B0503020204020204" pitchFamily="34" charset="-122"/>
                <a:ea typeface="微软雅黑" panose="020B0503020204020204" pitchFamily="34" charset="-122"/>
              </a:rPr>
              <a:t>锯齿数组</a:t>
            </a:r>
            <a:endParaRPr lang="zh-CN" altLang="en-US" b="0" dirty="0">
              <a:solidFill>
                <a:schemeClr val="tx1"/>
              </a:solidFill>
              <a:latin typeface="微软雅黑" panose="020B0503020204020204" pitchFamily="34" charset="-122"/>
              <a:ea typeface="微软雅黑" panose="020B0503020204020204" pitchFamily="34" charset="-122"/>
            </a:endParaRPr>
          </a:p>
        </p:txBody>
      </p:sp>
      <p:sp>
        <p:nvSpPr>
          <p:cNvPr id="12292" name="Rectangle 3"/>
          <p:cNvSpPr>
            <a:spLocks noGrp="1"/>
          </p:cNvSpPr>
          <p:nvPr>
            <p:ph idx="1"/>
          </p:nvPr>
        </p:nvSpPr>
        <p:spPr>
          <a:xfrm>
            <a:off x="177165" y="942975"/>
            <a:ext cx="8915400" cy="5105400"/>
          </a:xfrm>
        </p:spPr>
        <p:txBody>
          <a:bodyPr vert="horz" wrap="square" lIns="92075" tIns="46038" rIns="92075" bIns="46038" anchor="t">
            <a:normAutofit lnSpcReduction="10000"/>
          </a:bodyPr>
          <a:p>
            <a:pPr>
              <a:lnSpc>
                <a:spcPct val="120000"/>
              </a:lnSpc>
            </a:pPr>
            <a:r>
              <a:rPr lang="zh-CN" altLang="en-US" sz="2800" dirty="0">
                <a:latin typeface="微软雅黑" panose="020B0503020204020204" pitchFamily="34" charset="-122"/>
                <a:ea typeface="微软雅黑" panose="020B0503020204020204" pitchFamily="34" charset="-122"/>
              </a:rPr>
              <a:t>二维数组中的每一行本身就是一个数组。因此，各行</a:t>
            </a:r>
            <a:endParaRPr lang="zh-CN" altLang="en-US" sz="2800" dirty="0">
              <a:latin typeface="微软雅黑" panose="020B0503020204020204" pitchFamily="34" charset="-122"/>
              <a:ea typeface="微软雅黑" panose="020B0503020204020204" pitchFamily="34" charset="-122"/>
            </a:endParaRPr>
          </a:p>
          <a:p>
            <a:pPr>
              <a:lnSpc>
                <a:spcPct val="120000"/>
              </a:lnSpc>
              <a:buNone/>
            </a:pPr>
            <a:r>
              <a:rPr lang="zh-CN" altLang="en-US" sz="2800" dirty="0">
                <a:latin typeface="微软雅黑" panose="020B0503020204020204" pitchFamily="34" charset="-122"/>
                <a:ea typeface="微软雅黑" panose="020B0503020204020204" pitchFamily="34" charset="-122"/>
              </a:rPr>
              <a:t>的长度可以不同。这样的数组被称为锯齿数组。例如：</a:t>
            </a:r>
            <a:r>
              <a:rPr lang="zh-CN" altLang="en-US" sz="2800" dirty="0">
                <a:ea typeface="宋体" panose="02010600030101010101" pitchFamily="2" charset="-122"/>
              </a:rPr>
              <a:t> </a:t>
            </a:r>
            <a:endParaRPr lang="zh-CN" altLang="en-US" sz="2800" dirty="0">
              <a:ea typeface="宋体" panose="02010600030101010101" pitchFamily="2" charset="-122"/>
            </a:endParaRPr>
          </a:p>
          <a:p>
            <a:pPr>
              <a:buNone/>
            </a:pPr>
            <a:r>
              <a:rPr lang="en-US" altLang="zh-CN" sz="2800" dirty="0">
                <a:ea typeface="宋体" panose="02010600030101010101" pitchFamily="2" charset="-122"/>
              </a:rPr>
              <a:t>int[][] matrix = {    </a:t>
            </a:r>
            <a:endParaRPr lang="en-US" altLang="zh-CN" sz="2800" dirty="0">
              <a:ea typeface="宋体" panose="02010600030101010101" pitchFamily="2" charset="-122"/>
            </a:endParaRPr>
          </a:p>
          <a:p>
            <a:pPr>
              <a:buNone/>
            </a:pPr>
            <a:r>
              <a:rPr lang="en-US" altLang="zh-CN" sz="2800" dirty="0">
                <a:ea typeface="宋体" panose="02010600030101010101" pitchFamily="2" charset="-122"/>
              </a:rPr>
              <a:t>  {1, 2, 3, 4, 5},</a:t>
            </a:r>
            <a:endParaRPr lang="en-US" altLang="zh-CN" sz="2800" dirty="0">
              <a:ea typeface="宋体" panose="02010600030101010101" pitchFamily="2" charset="-122"/>
            </a:endParaRPr>
          </a:p>
          <a:p>
            <a:pPr>
              <a:buNone/>
            </a:pPr>
            <a:r>
              <a:rPr lang="en-US" altLang="zh-CN" sz="2800" dirty="0">
                <a:ea typeface="宋体" panose="02010600030101010101" pitchFamily="2" charset="-122"/>
              </a:rPr>
              <a:t>  {2, 3, 4, 5},</a:t>
            </a:r>
            <a:endParaRPr lang="en-US" altLang="zh-CN" sz="2800" dirty="0">
              <a:ea typeface="宋体" panose="02010600030101010101" pitchFamily="2" charset="-122"/>
            </a:endParaRPr>
          </a:p>
          <a:p>
            <a:pPr>
              <a:buNone/>
            </a:pPr>
            <a:r>
              <a:rPr lang="en-US" altLang="zh-CN" sz="2800" dirty="0">
                <a:ea typeface="宋体" panose="02010600030101010101" pitchFamily="2" charset="-122"/>
              </a:rPr>
              <a:t>  {3, 4, 5},</a:t>
            </a:r>
            <a:endParaRPr lang="en-US" altLang="zh-CN" sz="2800" dirty="0">
              <a:ea typeface="宋体" panose="02010600030101010101" pitchFamily="2" charset="-122"/>
            </a:endParaRPr>
          </a:p>
          <a:p>
            <a:pPr>
              <a:buNone/>
            </a:pPr>
            <a:r>
              <a:rPr lang="en-US" altLang="zh-CN" sz="2800" dirty="0">
                <a:ea typeface="宋体" panose="02010600030101010101" pitchFamily="2" charset="-122"/>
              </a:rPr>
              <a:t>  {4, 5},</a:t>
            </a:r>
            <a:endParaRPr lang="en-US" altLang="zh-CN" sz="2800" dirty="0">
              <a:ea typeface="宋体" panose="02010600030101010101" pitchFamily="2" charset="-122"/>
            </a:endParaRPr>
          </a:p>
          <a:p>
            <a:pPr>
              <a:buNone/>
            </a:pPr>
            <a:r>
              <a:rPr lang="en-US" altLang="zh-CN" sz="2800" dirty="0">
                <a:ea typeface="宋体" panose="02010600030101010101" pitchFamily="2" charset="-122"/>
              </a:rPr>
              <a:t>  {5}</a:t>
            </a:r>
            <a:endParaRPr lang="en-US" altLang="zh-CN" sz="2800" dirty="0">
              <a:ea typeface="宋体" panose="02010600030101010101" pitchFamily="2" charset="-122"/>
            </a:endParaRPr>
          </a:p>
          <a:p>
            <a:pPr>
              <a:buNone/>
            </a:pPr>
            <a:r>
              <a:rPr lang="en-US" altLang="zh-CN" sz="2800" dirty="0">
                <a:ea typeface="宋体" panose="02010600030101010101" pitchFamily="2" charset="-122"/>
              </a:rPr>
              <a:t>  }; </a:t>
            </a:r>
            <a:endParaRPr lang="en-US" altLang="zh-CN" sz="2800" dirty="0">
              <a:ea typeface="宋体" panose="02010600030101010101" pitchFamily="2" charset="-122"/>
            </a:endParaRPr>
          </a:p>
        </p:txBody>
      </p:sp>
      <p:sp>
        <p:nvSpPr>
          <p:cNvPr id="12293" name="Rectangle 4"/>
          <p:cNvSpPr/>
          <p:nvPr/>
        </p:nvSpPr>
        <p:spPr>
          <a:xfrm>
            <a:off x="3860800" y="2481580"/>
            <a:ext cx="4648200" cy="3352800"/>
          </a:xfrm>
          <a:prstGeom prst="rect">
            <a:avLst/>
          </a:prstGeom>
          <a:solidFill>
            <a:schemeClr val="bg1"/>
          </a:solidFill>
          <a:ln w="12700" cap="flat" cmpd="sng">
            <a:solidFill>
              <a:schemeClr val="tx1"/>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lgn="ctr">
              <a:spcBef>
                <a:spcPct val="0"/>
              </a:spcBef>
              <a:buClrTx/>
              <a:buSzTx/>
              <a:buFontTx/>
              <a:buNone/>
            </a:pPr>
            <a:r>
              <a:rPr lang="en-US" altLang="zh-CN" sz="2400" dirty="0">
                <a:ea typeface="宋体" panose="02010600030101010101" pitchFamily="2" charset="-122"/>
              </a:rPr>
              <a:t>matrix.length </a:t>
            </a:r>
            <a:r>
              <a:rPr lang="zh-CN" altLang="en-US" sz="2400" dirty="0">
                <a:ea typeface="宋体" panose="02010600030101010101" pitchFamily="2" charset="-122"/>
              </a:rPr>
              <a:t>是 </a:t>
            </a:r>
            <a:r>
              <a:rPr lang="en-US" altLang="zh-CN" sz="2400" dirty="0">
                <a:ea typeface="宋体" panose="02010600030101010101" pitchFamily="2" charset="-122"/>
              </a:rPr>
              <a:t>5</a:t>
            </a:r>
            <a:endParaRPr lang="en-US" altLang="zh-CN" sz="2400" dirty="0">
              <a:ea typeface="宋体" panose="02010600030101010101" pitchFamily="2" charset="-122"/>
            </a:endParaRPr>
          </a:p>
          <a:p>
            <a:pPr marL="0" lvl="0" indent="0" algn="ctr">
              <a:spcBef>
                <a:spcPct val="0"/>
              </a:spcBef>
              <a:buClrTx/>
              <a:buSzTx/>
              <a:buFontTx/>
              <a:buNone/>
            </a:pPr>
            <a:r>
              <a:rPr lang="en-US" altLang="zh-CN" sz="2400" dirty="0">
                <a:ea typeface="宋体" panose="02010600030101010101" pitchFamily="2" charset="-122"/>
              </a:rPr>
              <a:t>matrix[0].length </a:t>
            </a:r>
            <a:r>
              <a:rPr lang="zh-CN" altLang="en-US" sz="2400" dirty="0">
                <a:ea typeface="宋体" panose="02010600030101010101" pitchFamily="2" charset="-122"/>
              </a:rPr>
              <a:t>是 </a:t>
            </a:r>
            <a:r>
              <a:rPr lang="en-US" altLang="zh-CN" sz="2400" dirty="0">
                <a:ea typeface="宋体" panose="02010600030101010101" pitchFamily="2" charset="-122"/>
              </a:rPr>
              <a:t>5</a:t>
            </a:r>
            <a:endParaRPr lang="en-US" altLang="zh-CN" sz="2400" dirty="0">
              <a:ea typeface="宋体" panose="02010600030101010101" pitchFamily="2" charset="-122"/>
            </a:endParaRPr>
          </a:p>
          <a:p>
            <a:pPr marL="0" lvl="0" indent="0" algn="ctr">
              <a:spcBef>
                <a:spcPct val="0"/>
              </a:spcBef>
              <a:buClrTx/>
              <a:buSzTx/>
              <a:buFontTx/>
              <a:buNone/>
            </a:pPr>
            <a:r>
              <a:rPr lang="en-US" altLang="zh-CN" sz="2400" dirty="0">
                <a:ea typeface="宋体" panose="02010600030101010101" pitchFamily="2" charset="-122"/>
              </a:rPr>
              <a:t>matrix[1].length </a:t>
            </a:r>
            <a:r>
              <a:rPr lang="zh-CN" altLang="en-US" sz="2400" dirty="0">
                <a:ea typeface="宋体" panose="02010600030101010101" pitchFamily="2" charset="-122"/>
              </a:rPr>
              <a:t>是 </a:t>
            </a:r>
            <a:r>
              <a:rPr lang="en-US" altLang="zh-CN" sz="2400" dirty="0">
                <a:ea typeface="宋体" panose="02010600030101010101" pitchFamily="2" charset="-122"/>
              </a:rPr>
              <a:t>4</a:t>
            </a:r>
            <a:endParaRPr lang="en-US" altLang="zh-CN" sz="2400" dirty="0">
              <a:ea typeface="宋体" panose="02010600030101010101" pitchFamily="2" charset="-122"/>
            </a:endParaRPr>
          </a:p>
          <a:p>
            <a:pPr marL="0" lvl="0" indent="0" algn="ctr">
              <a:spcBef>
                <a:spcPct val="0"/>
              </a:spcBef>
              <a:buClrTx/>
              <a:buSzTx/>
              <a:buFontTx/>
              <a:buNone/>
            </a:pPr>
            <a:r>
              <a:rPr lang="en-US" altLang="zh-CN" sz="2400" dirty="0">
                <a:ea typeface="宋体" panose="02010600030101010101" pitchFamily="2" charset="-122"/>
              </a:rPr>
              <a:t>matrix[2].length </a:t>
            </a:r>
            <a:r>
              <a:rPr lang="zh-CN" altLang="en-US" sz="2400" dirty="0">
                <a:ea typeface="宋体" panose="02010600030101010101" pitchFamily="2" charset="-122"/>
              </a:rPr>
              <a:t>是 </a:t>
            </a:r>
            <a:r>
              <a:rPr lang="en-US" altLang="zh-CN" sz="2400" dirty="0">
                <a:ea typeface="宋体" panose="02010600030101010101" pitchFamily="2" charset="-122"/>
              </a:rPr>
              <a:t>3</a:t>
            </a:r>
            <a:endParaRPr lang="en-US" altLang="zh-CN" sz="2400" dirty="0">
              <a:ea typeface="宋体" panose="02010600030101010101" pitchFamily="2" charset="-122"/>
            </a:endParaRPr>
          </a:p>
          <a:p>
            <a:pPr marL="0" lvl="0" indent="0" algn="ctr">
              <a:spcBef>
                <a:spcPct val="0"/>
              </a:spcBef>
              <a:buClrTx/>
              <a:buSzTx/>
              <a:buFontTx/>
              <a:buNone/>
            </a:pPr>
            <a:r>
              <a:rPr lang="en-US" altLang="zh-CN" sz="2400" dirty="0">
                <a:ea typeface="宋体" panose="02010600030101010101" pitchFamily="2" charset="-122"/>
              </a:rPr>
              <a:t>matrix[3].length </a:t>
            </a:r>
            <a:r>
              <a:rPr lang="zh-CN" altLang="en-US" sz="2400" dirty="0">
                <a:ea typeface="宋体" panose="02010600030101010101" pitchFamily="2" charset="-122"/>
              </a:rPr>
              <a:t>是 </a:t>
            </a:r>
            <a:r>
              <a:rPr lang="en-US" altLang="zh-CN" sz="2400" dirty="0">
                <a:ea typeface="宋体" panose="02010600030101010101" pitchFamily="2" charset="-122"/>
              </a:rPr>
              <a:t>2</a:t>
            </a:r>
            <a:endParaRPr lang="en-US" altLang="zh-CN" sz="2400" dirty="0">
              <a:ea typeface="宋体" panose="02010600030101010101" pitchFamily="2" charset="-122"/>
            </a:endParaRPr>
          </a:p>
          <a:p>
            <a:pPr marL="0" lvl="0" indent="0" algn="ctr">
              <a:spcBef>
                <a:spcPct val="0"/>
              </a:spcBef>
              <a:buClrTx/>
              <a:buSzTx/>
              <a:buFontTx/>
              <a:buNone/>
            </a:pPr>
            <a:r>
              <a:rPr lang="en-US" altLang="zh-CN" sz="2400" dirty="0">
                <a:ea typeface="宋体" panose="02010600030101010101" pitchFamily="2" charset="-122"/>
              </a:rPr>
              <a:t>matrix[4].length </a:t>
            </a:r>
            <a:r>
              <a:rPr lang="zh-CN" altLang="en-US" sz="2400" dirty="0">
                <a:ea typeface="宋体" panose="02010600030101010101" pitchFamily="2" charset="-122"/>
              </a:rPr>
              <a:t>是 </a:t>
            </a:r>
            <a:r>
              <a:rPr lang="en-US" altLang="zh-CN" sz="2400" dirty="0">
                <a:ea typeface="宋体" panose="02010600030101010101" pitchFamily="2" charset="-122"/>
              </a:rPr>
              <a:t>1</a:t>
            </a:r>
            <a:endParaRPr lang="en-US" altLang="zh-CN" sz="2400" dirty="0">
              <a:ea typeface="宋体" panose="02010600030101010101" pitchFamily="2" charset="-122"/>
            </a:endParaRPr>
          </a:p>
          <a:p>
            <a:pPr marL="0" lvl="0" indent="0" algn="ctr">
              <a:spcBef>
                <a:spcPct val="0"/>
              </a:spcBef>
              <a:buClrTx/>
              <a:buSzTx/>
              <a:buFontTx/>
              <a:buNone/>
            </a:pPr>
            <a:endParaRPr lang="zh-CN" altLang="en-US" sz="24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12291" name="Rectangle 2"/>
          <p:cNvSpPr>
            <a:spLocks noGrp="1"/>
          </p:cNvSpPr>
          <p:nvPr>
            <p:ph type="title"/>
          </p:nvPr>
        </p:nvSpPr>
        <p:spPr>
          <a:xfrm>
            <a:off x="228600" y="0"/>
            <a:ext cx="7772400" cy="762000"/>
          </a:xfrm>
        </p:spPr>
        <p:txBody>
          <a:bodyPr vert="horz" wrap="square" lIns="92075" tIns="46038" rIns="92075" bIns="46038" anchor="ctr"/>
          <a:p>
            <a:endParaRPr lang="zh-CN" altLang="en-US" b="0" dirty="0">
              <a:solidFill>
                <a:schemeClr val="tx1"/>
              </a:solidFill>
              <a:latin typeface="微软雅黑" panose="020B0503020204020204" pitchFamily="34" charset="-122"/>
              <a:ea typeface="微软雅黑" panose="020B0503020204020204" pitchFamily="34" charset="-122"/>
            </a:endParaRPr>
          </a:p>
        </p:txBody>
      </p:sp>
      <p:sp>
        <p:nvSpPr>
          <p:cNvPr id="12292" name="Rectangle 3"/>
          <p:cNvSpPr>
            <a:spLocks noGrp="1"/>
          </p:cNvSpPr>
          <p:nvPr>
            <p:ph idx="1"/>
          </p:nvPr>
        </p:nvSpPr>
        <p:spPr>
          <a:xfrm>
            <a:off x="177165" y="942975"/>
            <a:ext cx="8915400" cy="5105400"/>
          </a:xfrm>
        </p:spPr>
        <p:txBody>
          <a:bodyPr vert="horz" wrap="square" lIns="92075" tIns="46038" rIns="92075" bIns="46038" anchor="t">
            <a:normAutofit lnSpcReduction="10000"/>
          </a:bodyPr>
          <a:p>
            <a:pPr>
              <a:lnSpc>
                <a:spcPct val="120000"/>
              </a:lnSpc>
            </a:pPr>
            <a:r>
              <a:rPr lang="zh-CN" altLang="zh-CN" sz="2800" dirty="0">
                <a:latin typeface="微软雅黑" panose="020B0503020204020204" pitchFamily="34" charset="-122"/>
                <a:ea typeface="微软雅黑" panose="020B0503020204020204" pitchFamily="34" charset="-122"/>
                <a:cs typeface="微软雅黑" panose="020B0503020204020204" pitchFamily="34" charset="-122"/>
              </a:rPr>
              <a:t>创建锯齿数组：</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marL="1080135" indent="0" fontAlgn="auto">
              <a:lnSpc>
                <a:spcPct val="120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int[][] triangleArray =new int[5][];</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1080135" indent="0" fontAlgn="auto">
              <a:lnSpc>
                <a:spcPct val="120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triangleArray[0]=new int[5];</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1080135" indent="0" fontAlgn="auto">
              <a:lnSpc>
                <a:spcPct val="120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triangleArray[1]=new int[4];</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1080135" indent="0" fontAlgn="auto">
              <a:lnSpc>
                <a:spcPct val="120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triangleArray[2]=new int[3];</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1080135" indent="0" fontAlgn="auto">
              <a:lnSpc>
                <a:spcPct val="120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triangleArray[3]=new int[2];</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1080135" indent="0" fontAlgn="auto">
              <a:lnSpc>
                <a:spcPct val="120000"/>
              </a:lnSpc>
              <a:spcBef>
                <a:spcPts val="0"/>
              </a:spcBef>
              <a:buNone/>
            </a:pP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triangleArray[4]=new int[1];</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a:lnSpc>
                <a:spcPct val="120000"/>
              </a:lnSpc>
              <a:buNone/>
            </a:pPr>
            <a:r>
              <a:rPr lang="zh-CN"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          再给数组赋值，例如</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triangleArray</a:t>
            </a:r>
            <a:r>
              <a:rPr 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[0][3]</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sym typeface="+mn-ea"/>
              </a:rPr>
              <a:t>=50;</a:t>
            </a:r>
            <a:endParaRPr lang="en-US" altLang="zh-CN" sz="24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lnSpc>
                <a:spcPct val="120000"/>
              </a:lnSpc>
              <a:buNone/>
            </a:pPr>
            <a:endParaRPr lang="en-US" altLang="zh-CN" sz="2800" dirty="0">
              <a:ea typeface="宋体" panose="02010600030101010101" pitchFamily="2" charset="-122"/>
            </a:endParaRPr>
          </a:p>
          <a:p>
            <a:pPr>
              <a:lnSpc>
                <a:spcPct val="120000"/>
              </a:lnSpc>
            </a:pPr>
            <a:endParaRPr lang="en-US" altLang="zh-CN" sz="28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14339" name="Rectangle 2"/>
          <p:cNvSpPr>
            <a:spLocks noGrp="1"/>
          </p:cNvSpPr>
          <p:nvPr>
            <p:ph type="title"/>
          </p:nvPr>
        </p:nvSpPr>
        <p:spPr>
          <a:xfrm>
            <a:off x="289878" y="0"/>
            <a:ext cx="8564562" cy="782638"/>
          </a:xfrm>
        </p:spPr>
        <p:txBody>
          <a:bodyPr vert="horz" wrap="square" lIns="92075" tIns="46038" rIns="92075" bIns="46038" anchor="ctr"/>
          <a:p>
            <a:r>
              <a:rPr lang="zh-CN" altLang="en-US" b="0" dirty="0">
                <a:latin typeface="微软雅黑" panose="020B0503020204020204" pitchFamily="34" charset="-122"/>
                <a:ea typeface="微软雅黑" panose="020B0503020204020204" pitchFamily="34" charset="-122"/>
              </a:rPr>
              <a:t>处理二维数组</a:t>
            </a:r>
            <a:endParaRPr lang="zh-CN" altLang="en-US" b="0" dirty="0">
              <a:solidFill>
                <a:schemeClr val="tx1"/>
              </a:solidFill>
              <a:latin typeface="微软雅黑" panose="020B0503020204020204" pitchFamily="34" charset="-122"/>
              <a:ea typeface="微软雅黑" panose="020B0503020204020204" pitchFamily="34" charset="-122"/>
            </a:endParaRPr>
          </a:p>
        </p:txBody>
      </p:sp>
      <p:sp>
        <p:nvSpPr>
          <p:cNvPr id="14340" name="Rectangle 3"/>
          <p:cNvSpPr>
            <a:spLocks noGrp="1"/>
          </p:cNvSpPr>
          <p:nvPr>
            <p:ph idx="1"/>
          </p:nvPr>
        </p:nvSpPr>
        <p:spPr>
          <a:xfrm>
            <a:off x="289878" y="1143635"/>
            <a:ext cx="8682037" cy="4570413"/>
          </a:xfrm>
        </p:spPr>
        <p:txBody>
          <a:bodyPr vert="horz" wrap="square" lIns="92075" tIns="46038" rIns="92075" bIns="46038" anchor="t"/>
          <a:p>
            <a:pPr marL="609600" indent="-609600">
              <a:lnSpc>
                <a:spcPct val="80000"/>
              </a:lnSpc>
              <a:spcBef>
                <a:spcPct val="50000"/>
              </a:spcBef>
              <a:buNone/>
            </a:pPr>
            <a:r>
              <a:rPr lang="zh-CN" altLang="en-US" sz="2800" dirty="0">
                <a:ea typeface="宋体" panose="02010600030101010101" pitchFamily="2" charset="-122"/>
              </a:rPr>
              <a:t>参见教材中的例子</a:t>
            </a:r>
            <a:endParaRPr lang="zh-CN" altLang="en-US" sz="2800" dirty="0">
              <a:ea typeface="宋体" panose="02010600030101010101" pitchFamily="2" charset="-122"/>
            </a:endParaRPr>
          </a:p>
          <a:p>
            <a:pPr marL="609600" indent="-609600">
              <a:lnSpc>
                <a:spcPct val="80000"/>
              </a:lnSpc>
              <a:spcBef>
                <a:spcPct val="50000"/>
              </a:spcBef>
              <a:buFont typeface="Monotype Sorts" pitchFamily="2" charset="2"/>
              <a:buAutoNum type="arabicPeriod"/>
            </a:pPr>
            <a:r>
              <a:rPr lang="zh-CN" altLang="en-US" sz="2800" dirty="0">
                <a:ea typeface="宋体" panose="02010600030101010101" pitchFamily="2" charset="-122"/>
              </a:rPr>
              <a:t>（使用输入值初始化数组）</a:t>
            </a:r>
            <a:endParaRPr lang="zh-CN" altLang="en-US" sz="2800" dirty="0">
              <a:ea typeface="宋体" panose="02010600030101010101" pitchFamily="2" charset="-122"/>
            </a:endParaRPr>
          </a:p>
          <a:p>
            <a:pPr marL="609600" indent="-609600">
              <a:lnSpc>
                <a:spcPct val="80000"/>
              </a:lnSpc>
              <a:spcBef>
                <a:spcPct val="50000"/>
              </a:spcBef>
              <a:buFont typeface="Monotype Sorts" pitchFamily="2" charset="2"/>
              <a:buAutoNum type="arabicPeriod"/>
            </a:pPr>
            <a:r>
              <a:rPr lang="zh-CN" altLang="en-US" sz="2800" dirty="0">
                <a:ea typeface="宋体" panose="02010600030101010101" pitchFamily="2" charset="-122"/>
              </a:rPr>
              <a:t>（打印数组）</a:t>
            </a:r>
            <a:endParaRPr lang="zh-CN" altLang="en-US" sz="2800" dirty="0">
              <a:ea typeface="宋体" panose="02010600030101010101" pitchFamily="2" charset="-122"/>
            </a:endParaRPr>
          </a:p>
          <a:p>
            <a:pPr marL="609600" indent="-609600">
              <a:lnSpc>
                <a:spcPct val="80000"/>
              </a:lnSpc>
              <a:spcBef>
                <a:spcPct val="50000"/>
              </a:spcBef>
              <a:buFont typeface="Monotype Sorts" pitchFamily="2" charset="2"/>
              <a:buAutoNum type="arabicPeriod"/>
            </a:pPr>
            <a:r>
              <a:rPr lang="zh-CN" altLang="en-US" sz="2800" dirty="0">
                <a:ea typeface="宋体" panose="02010600030101010101" pitchFamily="2" charset="-122"/>
              </a:rPr>
              <a:t>（求所有元素的和）</a:t>
            </a:r>
            <a:endParaRPr lang="zh-CN" altLang="en-US" sz="2800" dirty="0">
              <a:ea typeface="宋体" panose="02010600030101010101" pitchFamily="2" charset="-122"/>
            </a:endParaRPr>
          </a:p>
          <a:p>
            <a:pPr marL="609600" indent="-609600">
              <a:lnSpc>
                <a:spcPct val="80000"/>
              </a:lnSpc>
              <a:spcBef>
                <a:spcPct val="50000"/>
              </a:spcBef>
              <a:buFont typeface="Monotype Sorts" pitchFamily="2" charset="2"/>
              <a:buAutoNum type="arabicPeriod"/>
            </a:pPr>
            <a:r>
              <a:rPr lang="zh-CN" altLang="en-US" sz="2800" dirty="0">
                <a:ea typeface="宋体" panose="02010600030101010101" pitchFamily="2" charset="-122"/>
              </a:rPr>
              <a:t>（对数组按列求和）</a:t>
            </a:r>
            <a:endParaRPr lang="zh-CN" altLang="en-US" sz="2800" dirty="0">
              <a:ea typeface="宋体" panose="02010600030101010101" pitchFamily="2" charset="-122"/>
            </a:endParaRPr>
          </a:p>
          <a:p>
            <a:pPr marL="609600" indent="-609600">
              <a:lnSpc>
                <a:spcPct val="80000"/>
              </a:lnSpc>
              <a:spcBef>
                <a:spcPct val="50000"/>
              </a:spcBef>
              <a:buFont typeface="Monotype Sorts" pitchFamily="2" charset="2"/>
              <a:buAutoNum type="arabicPeriod"/>
            </a:pPr>
            <a:r>
              <a:rPr lang="zh-CN" altLang="en-US" sz="2800" dirty="0">
                <a:ea typeface="宋体" panose="02010600030101010101" pitchFamily="2" charset="-122"/>
              </a:rPr>
              <a:t>（哪一行的和最大）</a:t>
            </a:r>
            <a:endParaRPr lang="zh-CN" altLang="en-US" sz="2800" dirty="0">
              <a:ea typeface="宋体" panose="02010600030101010101" pitchFamily="2" charset="-122"/>
            </a:endParaRPr>
          </a:p>
          <a:p>
            <a:pPr marL="609600" indent="-609600">
              <a:lnSpc>
                <a:spcPct val="80000"/>
              </a:lnSpc>
              <a:spcBef>
                <a:spcPct val="50000"/>
              </a:spcBef>
              <a:buFont typeface="Monotype Sorts" pitchFamily="2" charset="2"/>
              <a:buAutoNum type="arabicPeriod"/>
            </a:pPr>
            <a:r>
              <a:rPr lang="zh-CN" altLang="en-US" sz="2800" dirty="0">
                <a:ea typeface="宋体" panose="02010600030101010101" pitchFamily="2" charset="-122"/>
              </a:rPr>
              <a:t>（找出最大元素的最小下标）</a:t>
            </a:r>
            <a:endParaRPr lang="zh-CN" altLang="en-US" sz="2800" dirty="0">
              <a:ea typeface="宋体" panose="02010600030101010101" pitchFamily="2" charset="-122"/>
            </a:endParaRPr>
          </a:p>
          <a:p>
            <a:pPr marL="609600" indent="-609600">
              <a:lnSpc>
                <a:spcPct val="80000"/>
              </a:lnSpc>
              <a:spcBef>
                <a:spcPct val="50000"/>
              </a:spcBef>
              <a:buFont typeface="Monotype Sorts" pitchFamily="2" charset="2"/>
              <a:buAutoNum type="arabicPeriod"/>
            </a:pPr>
            <a:r>
              <a:rPr lang="zh-CN" altLang="en-US" sz="2800" dirty="0">
                <a:ea typeface="宋体" panose="02010600030101010101" pitchFamily="2" charset="-122"/>
              </a:rPr>
              <a:t>（</a:t>
            </a:r>
            <a:r>
              <a:rPr lang="zh-CN" altLang="en-US" sz="2800" i="1" dirty="0">
                <a:ea typeface="宋体" panose="02010600030101010101" pitchFamily="2" charset="-122"/>
              </a:rPr>
              <a:t>随意打乱</a:t>
            </a:r>
            <a:r>
              <a:rPr lang="zh-CN" altLang="en-US" sz="2800" dirty="0">
                <a:ea typeface="宋体" panose="02010600030101010101" pitchFamily="2" charset="-122"/>
              </a:rPr>
              <a:t>） </a:t>
            </a:r>
            <a:endParaRPr lang="zh-CN" altLang="en-US" sz="2800" dirty="0">
              <a:ea typeface="宋体" panose="02010600030101010101" pitchFamily="2" charset="-122"/>
            </a:endParaRPr>
          </a:p>
        </p:txBody>
      </p:sp>
      <p:sp>
        <p:nvSpPr>
          <p:cNvPr id="14341" name="Rectangle 4"/>
          <p:cNvSpPr/>
          <p:nvPr/>
        </p:nvSpPr>
        <p:spPr>
          <a:xfrm>
            <a:off x="2971800" y="2514600"/>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14342" name="Rectangle 5"/>
          <p:cNvSpPr/>
          <p:nvPr/>
        </p:nvSpPr>
        <p:spPr>
          <a:xfrm>
            <a:off x="3352800" y="2971800"/>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15363" name="Rectangle 2"/>
          <p:cNvSpPr>
            <a:spLocks noGrp="1"/>
          </p:cNvSpPr>
          <p:nvPr>
            <p:ph type="title"/>
          </p:nvPr>
        </p:nvSpPr>
        <p:spPr>
          <a:xfrm>
            <a:off x="95568" y="-64135"/>
            <a:ext cx="8564562" cy="782638"/>
          </a:xfrm>
        </p:spPr>
        <p:txBody>
          <a:bodyPr vert="horz" wrap="square" lIns="92075" tIns="46038" rIns="92075" bIns="46038" anchor="ctr"/>
          <a:p>
            <a:r>
              <a:rPr lang="zh-CN" altLang="en-US" b="0" dirty="0">
                <a:latin typeface="微软雅黑" panose="020B0503020204020204" pitchFamily="34" charset="-122"/>
                <a:ea typeface="微软雅黑" panose="020B0503020204020204" pitchFamily="34" charset="-122"/>
              </a:rPr>
              <a:t>使用输入值初始化数组</a:t>
            </a:r>
            <a:endParaRPr lang="zh-CN" altLang="en-US" b="0" dirty="0">
              <a:latin typeface="微软雅黑" panose="020B0503020204020204" pitchFamily="34" charset="-122"/>
              <a:ea typeface="微软雅黑" panose="020B0503020204020204" pitchFamily="34" charset="-122"/>
            </a:endParaRPr>
          </a:p>
        </p:txBody>
      </p:sp>
      <p:sp>
        <p:nvSpPr>
          <p:cNvPr id="15364" name="Rectangle 3"/>
          <p:cNvSpPr>
            <a:spLocks noGrp="1"/>
          </p:cNvSpPr>
          <p:nvPr>
            <p:ph idx="1"/>
          </p:nvPr>
        </p:nvSpPr>
        <p:spPr>
          <a:xfrm>
            <a:off x="174625" y="1524000"/>
            <a:ext cx="8794750" cy="3263900"/>
          </a:xfrm>
          <a:noFill/>
        </p:spPr>
        <p:txBody>
          <a:bodyPr vert="horz" wrap="square" lIns="92075" tIns="46038" rIns="92075" bIns="46038" anchor="t"/>
          <a:p>
            <a:pPr marL="609600" indent="-609600">
              <a:lnSpc>
                <a:spcPct val="80000"/>
              </a:lnSpc>
              <a:buNone/>
            </a:pPr>
            <a:r>
              <a:rPr lang="en-US" altLang="zh-CN" sz="2400" dirty="0">
                <a:solidFill>
                  <a:schemeClr val="tx1"/>
                </a:solidFill>
                <a:ea typeface="宋体" panose="02010600030101010101" pitchFamily="2" charset="-122"/>
              </a:rPr>
              <a:t>java.util.Scanner input = </a:t>
            </a:r>
            <a:r>
              <a:rPr lang="en-US" altLang="zh-CN" sz="2400" b="1" dirty="0">
                <a:solidFill>
                  <a:schemeClr val="tx1"/>
                </a:solidFill>
                <a:ea typeface="宋体" panose="02010600030101010101" pitchFamily="2" charset="-122"/>
              </a:rPr>
              <a:t>new</a:t>
            </a:r>
            <a:r>
              <a:rPr lang="en-US" altLang="zh-CN" sz="2400" dirty="0">
                <a:solidFill>
                  <a:schemeClr val="tx1"/>
                </a:solidFill>
                <a:ea typeface="宋体" panose="02010600030101010101" pitchFamily="2" charset="-122"/>
              </a:rPr>
              <a:t> Scanner(System.in);</a:t>
            </a:r>
            <a:endParaRPr lang="en-US" altLang="zh-CN" sz="2400" dirty="0">
              <a:solidFill>
                <a:schemeClr val="tx1"/>
              </a:solidFill>
              <a:ea typeface="宋体" panose="02010600030101010101" pitchFamily="2" charset="-122"/>
            </a:endParaRPr>
          </a:p>
          <a:p>
            <a:pPr marL="609600" indent="-609600">
              <a:lnSpc>
                <a:spcPct val="80000"/>
              </a:lnSpc>
              <a:buNone/>
            </a:pPr>
            <a:r>
              <a:rPr lang="en-US" altLang="zh-CN" sz="2400" dirty="0">
                <a:solidFill>
                  <a:schemeClr val="tx1"/>
                </a:solidFill>
                <a:ea typeface="宋体" panose="02010600030101010101" pitchFamily="2" charset="-122"/>
              </a:rPr>
              <a:t>System.out.println("Enter " + matrix.length + " rows and " +</a:t>
            </a:r>
            <a:endParaRPr lang="en-US" altLang="zh-CN" sz="2400" dirty="0">
              <a:solidFill>
                <a:schemeClr val="tx1"/>
              </a:solidFill>
              <a:ea typeface="宋体" panose="02010600030101010101" pitchFamily="2" charset="-122"/>
            </a:endParaRPr>
          </a:p>
          <a:p>
            <a:pPr marL="609600" indent="-609600">
              <a:lnSpc>
                <a:spcPct val="80000"/>
              </a:lnSpc>
              <a:buNone/>
            </a:pPr>
            <a:r>
              <a:rPr lang="en-US" altLang="zh-CN" sz="2400" dirty="0">
                <a:solidFill>
                  <a:schemeClr val="tx1"/>
                </a:solidFill>
                <a:ea typeface="宋体" panose="02010600030101010101" pitchFamily="2" charset="-122"/>
              </a:rPr>
              <a:t>  matrix[0].length + " columns: ");</a:t>
            </a:r>
            <a:endParaRPr lang="en-US" altLang="zh-CN" sz="2400" b="1" dirty="0">
              <a:solidFill>
                <a:schemeClr val="tx1"/>
              </a:solidFill>
              <a:ea typeface="宋体" panose="02010600030101010101" pitchFamily="2" charset="-122"/>
            </a:endParaRPr>
          </a:p>
          <a:p>
            <a:pPr marL="609600" indent="-609600">
              <a:lnSpc>
                <a:spcPct val="80000"/>
              </a:lnSpc>
              <a:buNone/>
            </a:pPr>
            <a:r>
              <a:rPr lang="en-US" altLang="zh-CN" sz="2400" b="1" dirty="0">
                <a:solidFill>
                  <a:schemeClr val="tx1"/>
                </a:solidFill>
                <a:ea typeface="宋体" panose="02010600030101010101" pitchFamily="2" charset="-122"/>
              </a:rPr>
              <a:t>for</a:t>
            </a:r>
            <a:r>
              <a:rPr lang="en-US" altLang="zh-CN" sz="2400" dirty="0">
                <a:solidFill>
                  <a:schemeClr val="tx1"/>
                </a:solidFill>
                <a:ea typeface="宋体" panose="02010600030101010101" pitchFamily="2" charset="-122"/>
              </a:rPr>
              <a:t> (</a:t>
            </a:r>
            <a:r>
              <a:rPr lang="en-US" altLang="zh-CN" sz="2400" b="1" dirty="0">
                <a:solidFill>
                  <a:schemeClr val="tx1"/>
                </a:solidFill>
                <a:ea typeface="宋体" panose="02010600030101010101" pitchFamily="2" charset="-122"/>
              </a:rPr>
              <a:t>int</a:t>
            </a:r>
            <a:r>
              <a:rPr lang="en-US" altLang="zh-CN" sz="2400" dirty="0">
                <a:solidFill>
                  <a:schemeClr val="tx1"/>
                </a:solidFill>
                <a:ea typeface="宋体" panose="02010600030101010101" pitchFamily="2" charset="-122"/>
              </a:rPr>
              <a:t> row = 0; row &lt; matrix.length; row++) {</a:t>
            </a:r>
            <a:endParaRPr lang="en-US" altLang="zh-CN" sz="2400" dirty="0">
              <a:solidFill>
                <a:schemeClr val="tx1"/>
              </a:solidFill>
              <a:ea typeface="宋体" panose="02010600030101010101" pitchFamily="2" charset="-122"/>
            </a:endParaRPr>
          </a:p>
          <a:p>
            <a:pPr marL="609600" indent="-609600">
              <a:lnSpc>
                <a:spcPct val="80000"/>
              </a:lnSpc>
              <a:buNone/>
            </a:pPr>
            <a:r>
              <a:rPr lang="en-US" altLang="zh-CN" sz="2400" dirty="0">
                <a:solidFill>
                  <a:schemeClr val="tx1"/>
                </a:solidFill>
                <a:ea typeface="宋体" panose="02010600030101010101" pitchFamily="2" charset="-122"/>
              </a:rPr>
              <a:t>  </a:t>
            </a:r>
            <a:r>
              <a:rPr lang="en-US" altLang="zh-CN" sz="2400" b="1" dirty="0">
                <a:solidFill>
                  <a:schemeClr val="tx1"/>
                </a:solidFill>
                <a:ea typeface="宋体" panose="02010600030101010101" pitchFamily="2" charset="-122"/>
              </a:rPr>
              <a:t>for</a:t>
            </a:r>
            <a:r>
              <a:rPr lang="en-US" altLang="zh-CN" sz="2400" dirty="0">
                <a:solidFill>
                  <a:schemeClr val="tx1"/>
                </a:solidFill>
                <a:ea typeface="宋体" panose="02010600030101010101" pitchFamily="2" charset="-122"/>
              </a:rPr>
              <a:t> (</a:t>
            </a:r>
            <a:r>
              <a:rPr lang="en-US" altLang="zh-CN" sz="2400" b="1" dirty="0">
                <a:solidFill>
                  <a:schemeClr val="tx1"/>
                </a:solidFill>
                <a:ea typeface="宋体" panose="02010600030101010101" pitchFamily="2" charset="-122"/>
              </a:rPr>
              <a:t>int</a:t>
            </a:r>
            <a:r>
              <a:rPr lang="en-US" altLang="zh-CN" sz="2400" dirty="0">
                <a:solidFill>
                  <a:schemeClr val="tx1"/>
                </a:solidFill>
                <a:ea typeface="宋体" panose="02010600030101010101" pitchFamily="2" charset="-122"/>
              </a:rPr>
              <a:t> column = 0; column &lt; matrix[row].length; column++) {</a:t>
            </a:r>
            <a:endParaRPr lang="en-US" altLang="zh-CN" sz="2400" dirty="0">
              <a:solidFill>
                <a:schemeClr val="tx1"/>
              </a:solidFill>
              <a:ea typeface="宋体" panose="02010600030101010101" pitchFamily="2" charset="-122"/>
            </a:endParaRPr>
          </a:p>
          <a:p>
            <a:pPr marL="609600" indent="-609600">
              <a:lnSpc>
                <a:spcPct val="80000"/>
              </a:lnSpc>
              <a:buNone/>
            </a:pPr>
            <a:r>
              <a:rPr lang="en-US" altLang="zh-CN" sz="2400" dirty="0">
                <a:solidFill>
                  <a:schemeClr val="tx1"/>
                </a:solidFill>
                <a:ea typeface="宋体" panose="02010600030101010101" pitchFamily="2" charset="-122"/>
              </a:rPr>
              <a:t>    matrix[row][column] = input.nextInt(); </a:t>
            </a:r>
            <a:endParaRPr lang="en-US" altLang="zh-CN" sz="2400" dirty="0">
              <a:solidFill>
                <a:schemeClr val="tx1"/>
              </a:solidFill>
              <a:ea typeface="宋体" panose="02010600030101010101" pitchFamily="2" charset="-122"/>
            </a:endParaRPr>
          </a:p>
          <a:p>
            <a:pPr marL="609600" indent="-609600">
              <a:lnSpc>
                <a:spcPct val="80000"/>
              </a:lnSpc>
              <a:buNone/>
            </a:pPr>
            <a:r>
              <a:rPr lang="en-US" altLang="zh-CN" sz="2400" dirty="0">
                <a:solidFill>
                  <a:schemeClr val="tx1"/>
                </a:solidFill>
                <a:ea typeface="宋体" panose="02010600030101010101" pitchFamily="2" charset="-122"/>
              </a:rPr>
              <a:t>  }</a:t>
            </a:r>
            <a:endParaRPr lang="en-US" altLang="zh-CN" sz="2400" dirty="0">
              <a:solidFill>
                <a:schemeClr val="tx1"/>
              </a:solidFill>
              <a:ea typeface="宋体" panose="02010600030101010101" pitchFamily="2" charset="-122"/>
            </a:endParaRPr>
          </a:p>
          <a:p>
            <a:pPr marL="609600" indent="-609600">
              <a:lnSpc>
                <a:spcPct val="80000"/>
              </a:lnSpc>
              <a:buNone/>
            </a:pPr>
            <a:r>
              <a:rPr lang="en-US" altLang="zh-CN" sz="2400" dirty="0">
                <a:solidFill>
                  <a:schemeClr val="tx1"/>
                </a:solidFill>
                <a:ea typeface="宋体" panose="02010600030101010101" pitchFamily="2" charset="-122"/>
              </a:rPr>
              <a:t>}</a:t>
            </a:r>
            <a:endParaRPr lang="en-US" altLang="zh-CN" sz="2400" dirty="0">
              <a:solidFill>
                <a:schemeClr val="tx1"/>
              </a:solidFill>
              <a:ea typeface="宋体" panose="02010600030101010101" pitchFamily="2" charset="-122"/>
            </a:endParaRPr>
          </a:p>
        </p:txBody>
      </p:sp>
      <p:sp>
        <p:nvSpPr>
          <p:cNvPr id="15365" name="Rectangle 4"/>
          <p:cNvSpPr/>
          <p:nvPr/>
        </p:nvSpPr>
        <p:spPr>
          <a:xfrm>
            <a:off x="2971800" y="2514600"/>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15366" name="Rectangle 5"/>
          <p:cNvSpPr/>
          <p:nvPr/>
        </p:nvSpPr>
        <p:spPr>
          <a:xfrm>
            <a:off x="3352800" y="2971800"/>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16387" name="Rectangle 2"/>
          <p:cNvSpPr>
            <a:spLocks noGrp="1"/>
          </p:cNvSpPr>
          <p:nvPr>
            <p:ph type="title"/>
          </p:nvPr>
        </p:nvSpPr>
        <p:spPr>
          <a:xfrm>
            <a:off x="64453" y="804545"/>
            <a:ext cx="8564562" cy="782638"/>
          </a:xfrm>
        </p:spPr>
        <p:txBody>
          <a:bodyPr vert="horz" wrap="square" lIns="92075" tIns="46038" rIns="92075" bIns="46038" anchor="ctr"/>
          <a:p>
            <a:r>
              <a:rPr lang="zh-CN" altLang="en-US" b="0" dirty="0">
                <a:latin typeface="微软雅黑" panose="020B0503020204020204" pitchFamily="34" charset="-122"/>
                <a:ea typeface="微软雅黑" panose="020B0503020204020204" pitchFamily="34" charset="-122"/>
              </a:rPr>
              <a:t>使用随机值初始化数组</a:t>
            </a:r>
            <a:endParaRPr lang="zh-CN" altLang="en-US" b="0" dirty="0">
              <a:latin typeface="微软雅黑" panose="020B0503020204020204" pitchFamily="34" charset="-122"/>
              <a:ea typeface="微软雅黑" panose="020B0503020204020204" pitchFamily="34" charset="-122"/>
            </a:endParaRPr>
          </a:p>
        </p:txBody>
      </p:sp>
      <p:sp>
        <p:nvSpPr>
          <p:cNvPr id="16388" name="Rectangle 3"/>
          <p:cNvSpPr>
            <a:spLocks noGrp="1"/>
          </p:cNvSpPr>
          <p:nvPr>
            <p:ph idx="1"/>
          </p:nvPr>
        </p:nvSpPr>
        <p:spPr>
          <a:xfrm>
            <a:off x="307975" y="1704975"/>
            <a:ext cx="8836025" cy="1845945"/>
          </a:xfrm>
          <a:noFill/>
        </p:spPr>
        <p:txBody>
          <a:bodyPr vert="horz" wrap="square" lIns="92075" tIns="46038" rIns="92075" bIns="46038" anchor="t">
            <a:normAutofit lnSpcReduction="20000"/>
          </a:bodyPr>
          <a:p>
            <a:pPr marL="609600" indent="-609600">
              <a:lnSpc>
                <a:spcPct val="90000"/>
              </a:lnSpc>
              <a:buNone/>
            </a:pPr>
            <a:r>
              <a:rPr lang="en-US" altLang="zh-CN" sz="2400" b="1" dirty="0">
                <a:solidFill>
                  <a:schemeClr val="tx1"/>
                </a:solidFill>
                <a:ea typeface="宋体" panose="02010600030101010101" pitchFamily="2" charset="-122"/>
              </a:rPr>
              <a:t>for</a:t>
            </a:r>
            <a:r>
              <a:rPr lang="en-US" altLang="zh-CN" sz="2400" dirty="0">
                <a:solidFill>
                  <a:schemeClr val="tx1"/>
                </a:solidFill>
                <a:ea typeface="宋体" panose="02010600030101010101" pitchFamily="2" charset="-122"/>
              </a:rPr>
              <a:t> (</a:t>
            </a:r>
            <a:r>
              <a:rPr lang="en-US" altLang="zh-CN" sz="2400" b="1" dirty="0">
                <a:solidFill>
                  <a:schemeClr val="tx1"/>
                </a:solidFill>
                <a:ea typeface="宋体" panose="02010600030101010101" pitchFamily="2" charset="-122"/>
              </a:rPr>
              <a:t>int</a:t>
            </a:r>
            <a:r>
              <a:rPr lang="en-US" altLang="zh-CN" sz="2400" dirty="0">
                <a:solidFill>
                  <a:schemeClr val="tx1"/>
                </a:solidFill>
                <a:ea typeface="宋体" panose="02010600030101010101" pitchFamily="2" charset="-122"/>
              </a:rPr>
              <a:t> row = 0; row &lt; matrix.length; row++) {</a:t>
            </a:r>
            <a:endParaRPr lang="en-US" altLang="zh-CN" sz="2400" dirty="0">
              <a:solidFill>
                <a:schemeClr val="tx1"/>
              </a:solidFill>
              <a:ea typeface="宋体" panose="02010600030101010101" pitchFamily="2" charset="-122"/>
            </a:endParaRPr>
          </a:p>
          <a:p>
            <a:pPr marL="609600" indent="-609600">
              <a:lnSpc>
                <a:spcPct val="90000"/>
              </a:lnSpc>
              <a:buNone/>
            </a:pPr>
            <a:r>
              <a:rPr lang="en-US" altLang="zh-CN" sz="2400" dirty="0">
                <a:solidFill>
                  <a:schemeClr val="tx1"/>
                </a:solidFill>
                <a:ea typeface="宋体" panose="02010600030101010101" pitchFamily="2" charset="-122"/>
              </a:rPr>
              <a:t>  </a:t>
            </a:r>
            <a:r>
              <a:rPr lang="en-US" altLang="zh-CN" sz="2400" b="1" dirty="0">
                <a:solidFill>
                  <a:schemeClr val="tx1"/>
                </a:solidFill>
                <a:ea typeface="宋体" panose="02010600030101010101" pitchFamily="2" charset="-122"/>
              </a:rPr>
              <a:t>for</a:t>
            </a:r>
            <a:r>
              <a:rPr lang="en-US" altLang="zh-CN" sz="2400" dirty="0">
                <a:solidFill>
                  <a:schemeClr val="tx1"/>
                </a:solidFill>
                <a:ea typeface="宋体" panose="02010600030101010101" pitchFamily="2" charset="-122"/>
              </a:rPr>
              <a:t> (</a:t>
            </a:r>
            <a:r>
              <a:rPr lang="en-US" altLang="zh-CN" sz="2400" b="1" dirty="0">
                <a:solidFill>
                  <a:schemeClr val="tx1"/>
                </a:solidFill>
                <a:ea typeface="宋体" panose="02010600030101010101" pitchFamily="2" charset="-122"/>
              </a:rPr>
              <a:t>int</a:t>
            </a:r>
            <a:r>
              <a:rPr lang="en-US" altLang="zh-CN" sz="2400" dirty="0">
                <a:solidFill>
                  <a:schemeClr val="tx1"/>
                </a:solidFill>
                <a:ea typeface="宋体" panose="02010600030101010101" pitchFamily="2" charset="-122"/>
              </a:rPr>
              <a:t> column = 0; column &lt; matrix[row].length; column++) {</a:t>
            </a:r>
            <a:endParaRPr lang="en-US" altLang="zh-CN" sz="2400" dirty="0">
              <a:solidFill>
                <a:schemeClr val="tx1"/>
              </a:solidFill>
              <a:ea typeface="宋体" panose="02010600030101010101" pitchFamily="2" charset="-122"/>
            </a:endParaRPr>
          </a:p>
          <a:p>
            <a:pPr marL="609600" indent="-609600">
              <a:lnSpc>
                <a:spcPct val="90000"/>
              </a:lnSpc>
              <a:buNone/>
            </a:pPr>
            <a:r>
              <a:rPr lang="en-US" altLang="zh-CN" sz="2400" dirty="0">
                <a:solidFill>
                  <a:schemeClr val="tx1"/>
                </a:solidFill>
                <a:ea typeface="宋体" panose="02010600030101010101" pitchFamily="2" charset="-122"/>
              </a:rPr>
              <a:t>        matrix[row][column] = (</a:t>
            </a:r>
            <a:r>
              <a:rPr lang="en-US" altLang="zh-CN" sz="2400" b="1" dirty="0">
                <a:solidFill>
                  <a:schemeClr val="tx1"/>
                </a:solidFill>
                <a:ea typeface="宋体" panose="02010600030101010101" pitchFamily="2" charset="-122"/>
              </a:rPr>
              <a:t>int</a:t>
            </a:r>
            <a:r>
              <a:rPr lang="en-US" altLang="zh-CN" sz="2400" dirty="0">
                <a:solidFill>
                  <a:schemeClr val="tx1"/>
                </a:solidFill>
                <a:ea typeface="宋体" panose="02010600030101010101" pitchFamily="2" charset="-122"/>
              </a:rPr>
              <a:t>)(Math.random() * 100);</a:t>
            </a:r>
            <a:endParaRPr lang="en-US" altLang="zh-CN" sz="2400" dirty="0">
              <a:solidFill>
                <a:schemeClr val="tx1"/>
              </a:solidFill>
              <a:ea typeface="宋体" panose="02010600030101010101" pitchFamily="2" charset="-122"/>
            </a:endParaRPr>
          </a:p>
          <a:p>
            <a:pPr marL="609600" indent="-609600">
              <a:lnSpc>
                <a:spcPct val="90000"/>
              </a:lnSpc>
              <a:buNone/>
            </a:pPr>
            <a:r>
              <a:rPr lang="en-US" altLang="zh-CN" sz="2400" dirty="0">
                <a:solidFill>
                  <a:schemeClr val="tx1"/>
                </a:solidFill>
                <a:ea typeface="宋体" panose="02010600030101010101" pitchFamily="2" charset="-122"/>
              </a:rPr>
              <a:t>  }</a:t>
            </a:r>
            <a:endParaRPr lang="en-US" altLang="zh-CN" sz="2400" dirty="0">
              <a:solidFill>
                <a:schemeClr val="tx1"/>
              </a:solidFill>
              <a:ea typeface="宋体" panose="02010600030101010101" pitchFamily="2" charset="-122"/>
            </a:endParaRPr>
          </a:p>
          <a:p>
            <a:pPr marL="609600" indent="-609600">
              <a:lnSpc>
                <a:spcPct val="90000"/>
              </a:lnSpc>
              <a:buNone/>
            </a:pPr>
            <a:r>
              <a:rPr lang="en-US" altLang="zh-CN" sz="2400" dirty="0">
                <a:solidFill>
                  <a:schemeClr val="tx1"/>
                </a:solidFill>
                <a:ea typeface="宋体" panose="02010600030101010101" pitchFamily="2" charset="-122"/>
              </a:rPr>
              <a:t>}</a:t>
            </a:r>
            <a:endParaRPr lang="en-US" altLang="zh-CN" sz="2400" dirty="0">
              <a:solidFill>
                <a:schemeClr val="tx1"/>
              </a:solidFill>
              <a:ea typeface="宋体" panose="02010600030101010101" pitchFamily="2" charset="-122"/>
            </a:endParaRPr>
          </a:p>
        </p:txBody>
      </p:sp>
      <p:sp>
        <p:nvSpPr>
          <p:cNvPr id="16389" name="Rectangle 4"/>
          <p:cNvSpPr/>
          <p:nvPr/>
        </p:nvSpPr>
        <p:spPr>
          <a:xfrm>
            <a:off x="2971800" y="2514600"/>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16390" name="Rectangle 5"/>
          <p:cNvSpPr/>
          <p:nvPr/>
        </p:nvSpPr>
        <p:spPr>
          <a:xfrm>
            <a:off x="3352800" y="2971800"/>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17411" name="Rectangle 2"/>
          <p:cNvSpPr>
            <a:spLocks noGrp="1"/>
          </p:cNvSpPr>
          <p:nvPr/>
        </p:nvSpPr>
        <p:spPr>
          <a:xfrm>
            <a:off x="64453" y="3475355"/>
            <a:ext cx="8564562" cy="782638"/>
          </a:xfrm>
          <a:prstGeom prst="rect">
            <a:avLst/>
          </a:prstGeom>
        </p:spPr>
        <p:txBody>
          <a:bodyPr vert="horz" wrap="square" lIns="92075" tIns="46038" rIns="92075" bIns="46038" rtlCol="0" anchor="ctr">
            <a:noAutofit/>
          </a:bodyPr>
          <a:lstStyle>
            <a:lvl1pPr algn="l" defTabSz="914400" rtl="0" eaLnBrk="1" latinLnBrk="0" hangingPunct="1">
              <a:spcBef>
                <a:spcPct val="0"/>
              </a:spcBef>
              <a:buNone/>
              <a:defRPr sz="3600" b="1" kern="1200">
                <a:solidFill>
                  <a:schemeClr val="tx1"/>
                </a:solidFill>
                <a:latin typeface="+mn-lt"/>
                <a:ea typeface="+mj-ea"/>
                <a:cs typeface="+mj-cs"/>
              </a:defRPr>
            </a:lvl1pPr>
          </a:lstStyle>
          <a:p>
            <a:r>
              <a:rPr lang="zh-CN" altLang="en-US" b="0" dirty="0">
                <a:latin typeface="微软雅黑" panose="020B0503020204020204" pitchFamily="34" charset="-122"/>
                <a:ea typeface="微软雅黑" panose="020B0503020204020204" pitchFamily="34" charset="-122"/>
              </a:rPr>
              <a:t>打印数组</a:t>
            </a:r>
            <a:endParaRPr lang="zh-CN" altLang="en-US" b="0" dirty="0">
              <a:latin typeface="微软雅黑" panose="020B0503020204020204" pitchFamily="34" charset="-122"/>
              <a:ea typeface="微软雅黑" panose="020B0503020204020204" pitchFamily="34" charset="-122"/>
            </a:endParaRPr>
          </a:p>
        </p:txBody>
      </p:sp>
      <p:sp>
        <p:nvSpPr>
          <p:cNvPr id="17412" name="Rectangle 3"/>
          <p:cNvSpPr>
            <a:spLocks noGrp="1"/>
          </p:cNvSpPr>
          <p:nvPr/>
        </p:nvSpPr>
        <p:spPr>
          <a:xfrm>
            <a:off x="155575" y="4258310"/>
            <a:ext cx="8832850" cy="2326640"/>
          </a:xfrm>
          <a:prstGeom prst="rect">
            <a:avLst/>
          </a:prstGeom>
          <a:noFill/>
        </p:spPr>
        <p:txBody>
          <a:bodyPr vert="horz" wrap="square" lIns="92075" tIns="46038" rIns="92075" bIns="46038" rtlCol="0" anchor="t">
            <a:normAutofit/>
          </a:bodyPr>
          <a:lst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n-lt"/>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n-lt"/>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n-lt"/>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609600" indent="-609600">
              <a:lnSpc>
                <a:spcPct val="80000"/>
              </a:lnSpc>
              <a:buNone/>
            </a:pPr>
            <a:r>
              <a:rPr lang="en-US" altLang="zh-CN" sz="2400" b="1" dirty="0">
                <a:solidFill>
                  <a:schemeClr val="tx1"/>
                </a:solidFill>
                <a:ea typeface="宋体" panose="02010600030101010101" pitchFamily="2" charset="-122"/>
              </a:rPr>
              <a:t>for</a:t>
            </a:r>
            <a:r>
              <a:rPr lang="en-US" altLang="zh-CN" sz="2400" dirty="0">
                <a:solidFill>
                  <a:schemeClr val="tx1"/>
                </a:solidFill>
                <a:ea typeface="宋体" panose="02010600030101010101" pitchFamily="2" charset="-122"/>
              </a:rPr>
              <a:t> (</a:t>
            </a:r>
            <a:r>
              <a:rPr lang="en-US" altLang="zh-CN" sz="2400" b="1" dirty="0">
                <a:solidFill>
                  <a:schemeClr val="tx1"/>
                </a:solidFill>
                <a:ea typeface="宋体" panose="02010600030101010101" pitchFamily="2" charset="-122"/>
              </a:rPr>
              <a:t>int</a:t>
            </a:r>
            <a:r>
              <a:rPr lang="en-US" altLang="zh-CN" sz="2400" dirty="0">
                <a:solidFill>
                  <a:schemeClr val="tx1"/>
                </a:solidFill>
                <a:ea typeface="宋体" panose="02010600030101010101" pitchFamily="2" charset="-122"/>
              </a:rPr>
              <a:t> row = 0; row &lt; matrix.length; row++) {</a:t>
            </a:r>
            <a:endParaRPr lang="en-US" altLang="zh-CN" sz="2400" dirty="0">
              <a:solidFill>
                <a:schemeClr val="tx1"/>
              </a:solidFill>
              <a:ea typeface="宋体" panose="02010600030101010101" pitchFamily="2" charset="-122"/>
            </a:endParaRPr>
          </a:p>
          <a:p>
            <a:pPr marL="609600" indent="-609600">
              <a:lnSpc>
                <a:spcPct val="80000"/>
              </a:lnSpc>
              <a:buNone/>
            </a:pPr>
            <a:r>
              <a:rPr lang="en-US" altLang="zh-CN" sz="2400" dirty="0">
                <a:solidFill>
                  <a:schemeClr val="tx1"/>
                </a:solidFill>
                <a:ea typeface="宋体" panose="02010600030101010101" pitchFamily="2" charset="-122"/>
              </a:rPr>
              <a:t>  </a:t>
            </a:r>
            <a:r>
              <a:rPr lang="en-US" altLang="zh-CN" sz="2400" b="1" dirty="0">
                <a:solidFill>
                  <a:schemeClr val="tx1"/>
                </a:solidFill>
                <a:ea typeface="宋体" panose="02010600030101010101" pitchFamily="2" charset="-122"/>
              </a:rPr>
              <a:t>for</a:t>
            </a:r>
            <a:r>
              <a:rPr lang="en-US" altLang="zh-CN" sz="2400" dirty="0">
                <a:solidFill>
                  <a:schemeClr val="tx1"/>
                </a:solidFill>
                <a:ea typeface="宋体" panose="02010600030101010101" pitchFamily="2" charset="-122"/>
              </a:rPr>
              <a:t> (</a:t>
            </a:r>
            <a:r>
              <a:rPr lang="en-US" altLang="zh-CN" sz="2400" b="1" dirty="0">
                <a:solidFill>
                  <a:schemeClr val="tx1"/>
                </a:solidFill>
                <a:ea typeface="宋体" panose="02010600030101010101" pitchFamily="2" charset="-122"/>
              </a:rPr>
              <a:t>int</a:t>
            </a:r>
            <a:r>
              <a:rPr lang="en-US" altLang="zh-CN" sz="2400" dirty="0">
                <a:solidFill>
                  <a:schemeClr val="tx1"/>
                </a:solidFill>
                <a:ea typeface="宋体" panose="02010600030101010101" pitchFamily="2" charset="-122"/>
              </a:rPr>
              <a:t> column = 0; column &lt; matrix[row].length; column++) {</a:t>
            </a:r>
            <a:endParaRPr lang="en-US" altLang="zh-CN" sz="2400" dirty="0">
              <a:solidFill>
                <a:schemeClr val="tx1"/>
              </a:solidFill>
              <a:ea typeface="宋体" panose="02010600030101010101" pitchFamily="2" charset="-122"/>
            </a:endParaRPr>
          </a:p>
          <a:p>
            <a:pPr marL="609600" indent="-609600">
              <a:lnSpc>
                <a:spcPct val="80000"/>
              </a:lnSpc>
              <a:buNone/>
            </a:pPr>
            <a:r>
              <a:rPr lang="en-US" altLang="zh-CN" sz="2400" dirty="0">
                <a:solidFill>
                  <a:schemeClr val="tx1"/>
                </a:solidFill>
                <a:ea typeface="宋体" panose="02010600030101010101" pitchFamily="2" charset="-122"/>
              </a:rPr>
              <a:t>      System.out.print(matrix[row][column] + " ");</a:t>
            </a:r>
            <a:endParaRPr lang="en-US" altLang="zh-CN" sz="2400" dirty="0">
              <a:solidFill>
                <a:schemeClr val="tx1"/>
              </a:solidFill>
              <a:ea typeface="宋体" panose="02010600030101010101" pitchFamily="2" charset="-122"/>
            </a:endParaRPr>
          </a:p>
          <a:p>
            <a:pPr marL="609600" indent="-609600">
              <a:lnSpc>
                <a:spcPct val="80000"/>
              </a:lnSpc>
              <a:buNone/>
            </a:pPr>
            <a:r>
              <a:rPr lang="en-US" altLang="zh-CN" sz="2400" dirty="0">
                <a:solidFill>
                  <a:schemeClr val="tx1"/>
                </a:solidFill>
                <a:ea typeface="宋体" panose="02010600030101010101" pitchFamily="2" charset="-122"/>
              </a:rPr>
              <a:t>  }</a:t>
            </a:r>
            <a:endParaRPr lang="en-US" altLang="zh-CN" sz="2400" dirty="0">
              <a:solidFill>
                <a:schemeClr val="tx1"/>
              </a:solidFill>
              <a:ea typeface="宋体" panose="02010600030101010101" pitchFamily="2" charset="-122"/>
            </a:endParaRPr>
          </a:p>
          <a:p>
            <a:pPr marL="609600" indent="-609600">
              <a:lnSpc>
                <a:spcPct val="80000"/>
              </a:lnSpc>
              <a:buNone/>
            </a:pPr>
            <a:r>
              <a:rPr lang="en-US" altLang="zh-CN" sz="2400" dirty="0">
                <a:solidFill>
                  <a:schemeClr val="tx1"/>
                </a:solidFill>
                <a:ea typeface="宋体" panose="02010600030101010101" pitchFamily="2" charset="-122"/>
              </a:rPr>
              <a:t>    System.out.println();</a:t>
            </a:r>
            <a:endParaRPr lang="en-US" altLang="zh-CN" sz="2400" dirty="0">
              <a:solidFill>
                <a:schemeClr val="tx1"/>
              </a:solidFill>
              <a:ea typeface="宋体" panose="02010600030101010101" pitchFamily="2" charset="-122"/>
            </a:endParaRPr>
          </a:p>
          <a:p>
            <a:pPr marL="609600" indent="-609600">
              <a:lnSpc>
                <a:spcPct val="80000"/>
              </a:lnSpc>
              <a:buNone/>
            </a:pPr>
            <a:r>
              <a:rPr lang="en-US" altLang="zh-CN" sz="2400" dirty="0">
                <a:solidFill>
                  <a:schemeClr val="tx1"/>
                </a:solidFill>
                <a:ea typeface="宋体" panose="02010600030101010101" pitchFamily="2" charset="-122"/>
              </a:rPr>
              <a:t>} </a:t>
            </a:r>
            <a:endParaRPr lang="en-US" altLang="zh-CN" sz="2400" dirty="0">
              <a:solidFill>
                <a:schemeClr val="tx1"/>
              </a:solidFill>
              <a:ea typeface="宋体" panose="02010600030101010101" pitchFamily="2" charset="-122"/>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18435" name="Rectangle 2"/>
          <p:cNvSpPr>
            <a:spLocks noGrp="1"/>
          </p:cNvSpPr>
          <p:nvPr>
            <p:ph type="title"/>
          </p:nvPr>
        </p:nvSpPr>
        <p:spPr>
          <a:xfrm>
            <a:off x="155258" y="741045"/>
            <a:ext cx="8564562" cy="782638"/>
          </a:xfrm>
        </p:spPr>
        <p:txBody>
          <a:bodyPr vert="horz" wrap="square" lIns="92075" tIns="46038" rIns="92075" bIns="46038" anchor="ctr"/>
          <a:p>
            <a:r>
              <a:rPr lang="zh-CN" altLang="en-US" b="0" dirty="0">
                <a:latin typeface="微软雅黑" panose="020B0503020204020204" pitchFamily="34" charset="-122"/>
                <a:ea typeface="微软雅黑" panose="020B0503020204020204" pitchFamily="34" charset="-122"/>
              </a:rPr>
              <a:t>求所有元素的和</a:t>
            </a:r>
            <a:endParaRPr lang="zh-CN" altLang="en-US" b="0" dirty="0">
              <a:latin typeface="微软雅黑" panose="020B0503020204020204" pitchFamily="34" charset="-122"/>
              <a:ea typeface="微软雅黑" panose="020B0503020204020204" pitchFamily="34" charset="-122"/>
            </a:endParaRPr>
          </a:p>
        </p:txBody>
      </p:sp>
      <p:sp>
        <p:nvSpPr>
          <p:cNvPr id="18436" name="Rectangle 3"/>
          <p:cNvSpPr>
            <a:spLocks noGrp="1"/>
          </p:cNvSpPr>
          <p:nvPr>
            <p:ph idx="1"/>
          </p:nvPr>
        </p:nvSpPr>
        <p:spPr>
          <a:xfrm>
            <a:off x="155575" y="1646555"/>
            <a:ext cx="8832850" cy="1738630"/>
          </a:xfrm>
          <a:noFill/>
        </p:spPr>
        <p:txBody>
          <a:bodyPr vert="horz" wrap="square" lIns="92075" tIns="46038" rIns="92075" bIns="46038" anchor="t">
            <a:normAutofit fontScale="70000"/>
          </a:bodyPr>
          <a:p>
            <a:pPr marL="609600" indent="-609600">
              <a:lnSpc>
                <a:spcPct val="80000"/>
              </a:lnSpc>
              <a:buNone/>
            </a:pPr>
            <a:r>
              <a:rPr lang="en-US" altLang="zh-CN" sz="2400" b="1" dirty="0">
                <a:solidFill>
                  <a:schemeClr val="tx1"/>
                </a:solidFill>
                <a:ea typeface="宋体" panose="02010600030101010101" pitchFamily="2" charset="-122"/>
              </a:rPr>
              <a:t>int</a:t>
            </a:r>
            <a:r>
              <a:rPr lang="en-US" altLang="zh-CN" sz="2400" dirty="0">
                <a:solidFill>
                  <a:schemeClr val="tx1"/>
                </a:solidFill>
                <a:ea typeface="宋体" panose="02010600030101010101" pitchFamily="2" charset="-122"/>
              </a:rPr>
              <a:t> total = 0;</a:t>
            </a:r>
            <a:endParaRPr lang="en-US" altLang="zh-CN" sz="2400" b="1" dirty="0">
              <a:solidFill>
                <a:schemeClr val="tx1"/>
              </a:solidFill>
              <a:ea typeface="宋体" panose="02010600030101010101" pitchFamily="2" charset="-122"/>
            </a:endParaRPr>
          </a:p>
          <a:p>
            <a:pPr marL="609600" indent="-609600">
              <a:lnSpc>
                <a:spcPct val="80000"/>
              </a:lnSpc>
              <a:buNone/>
            </a:pPr>
            <a:r>
              <a:rPr lang="en-US" altLang="zh-CN" sz="2400" b="1" dirty="0">
                <a:solidFill>
                  <a:schemeClr val="tx1"/>
                </a:solidFill>
                <a:ea typeface="宋体" panose="02010600030101010101" pitchFamily="2" charset="-122"/>
              </a:rPr>
              <a:t>for</a:t>
            </a:r>
            <a:r>
              <a:rPr lang="en-US" altLang="zh-CN" sz="2400" dirty="0">
                <a:solidFill>
                  <a:schemeClr val="tx1"/>
                </a:solidFill>
                <a:ea typeface="宋体" panose="02010600030101010101" pitchFamily="2" charset="-122"/>
              </a:rPr>
              <a:t> (</a:t>
            </a:r>
            <a:r>
              <a:rPr lang="en-US" altLang="zh-CN" sz="2400" b="1" dirty="0">
                <a:solidFill>
                  <a:schemeClr val="tx1"/>
                </a:solidFill>
                <a:ea typeface="宋体" panose="02010600030101010101" pitchFamily="2" charset="-122"/>
              </a:rPr>
              <a:t>int</a:t>
            </a:r>
            <a:r>
              <a:rPr lang="en-US" altLang="zh-CN" sz="2400" dirty="0">
                <a:solidFill>
                  <a:schemeClr val="tx1"/>
                </a:solidFill>
                <a:ea typeface="宋体" panose="02010600030101010101" pitchFamily="2" charset="-122"/>
              </a:rPr>
              <a:t> row = 0; row &lt; matrix.length; row++) {</a:t>
            </a:r>
            <a:endParaRPr lang="en-US" altLang="zh-CN" sz="2400" dirty="0">
              <a:solidFill>
                <a:schemeClr val="tx1"/>
              </a:solidFill>
              <a:ea typeface="宋体" panose="02010600030101010101" pitchFamily="2" charset="-122"/>
            </a:endParaRPr>
          </a:p>
          <a:p>
            <a:pPr marL="609600" indent="-609600">
              <a:lnSpc>
                <a:spcPct val="80000"/>
              </a:lnSpc>
              <a:buNone/>
            </a:pPr>
            <a:r>
              <a:rPr lang="en-US" altLang="zh-CN" sz="2400" dirty="0">
                <a:solidFill>
                  <a:schemeClr val="tx1"/>
                </a:solidFill>
                <a:ea typeface="宋体" panose="02010600030101010101" pitchFamily="2" charset="-122"/>
              </a:rPr>
              <a:t>  </a:t>
            </a:r>
            <a:r>
              <a:rPr lang="en-US" altLang="zh-CN" sz="2400" b="1" dirty="0">
                <a:solidFill>
                  <a:schemeClr val="tx1"/>
                </a:solidFill>
                <a:ea typeface="宋体" panose="02010600030101010101" pitchFamily="2" charset="-122"/>
              </a:rPr>
              <a:t>for</a:t>
            </a:r>
            <a:r>
              <a:rPr lang="en-US" altLang="zh-CN" sz="2400" dirty="0">
                <a:solidFill>
                  <a:schemeClr val="tx1"/>
                </a:solidFill>
                <a:ea typeface="宋体" panose="02010600030101010101" pitchFamily="2" charset="-122"/>
              </a:rPr>
              <a:t> (</a:t>
            </a:r>
            <a:r>
              <a:rPr lang="en-US" altLang="zh-CN" sz="2400" b="1" dirty="0">
                <a:solidFill>
                  <a:schemeClr val="tx1"/>
                </a:solidFill>
                <a:ea typeface="宋体" panose="02010600030101010101" pitchFamily="2" charset="-122"/>
              </a:rPr>
              <a:t>int</a:t>
            </a:r>
            <a:r>
              <a:rPr lang="en-US" altLang="zh-CN" sz="2400" dirty="0">
                <a:solidFill>
                  <a:schemeClr val="tx1"/>
                </a:solidFill>
                <a:ea typeface="宋体" panose="02010600030101010101" pitchFamily="2" charset="-122"/>
              </a:rPr>
              <a:t> column = 0; column &lt; matrix[row].length; column++) {</a:t>
            </a:r>
            <a:endParaRPr lang="en-US" altLang="zh-CN" sz="2400" dirty="0">
              <a:solidFill>
                <a:schemeClr val="tx1"/>
              </a:solidFill>
              <a:ea typeface="宋体" panose="02010600030101010101" pitchFamily="2" charset="-122"/>
            </a:endParaRPr>
          </a:p>
          <a:p>
            <a:pPr marL="609600" indent="-609600">
              <a:lnSpc>
                <a:spcPct val="80000"/>
              </a:lnSpc>
              <a:buNone/>
            </a:pPr>
            <a:r>
              <a:rPr lang="en-US" altLang="zh-CN" sz="2400" dirty="0">
                <a:solidFill>
                  <a:schemeClr val="tx1"/>
                </a:solidFill>
                <a:ea typeface="宋体" panose="02010600030101010101" pitchFamily="2" charset="-122"/>
              </a:rPr>
              <a:t>    total += matrix[row][column];</a:t>
            </a:r>
            <a:endParaRPr lang="en-US" altLang="zh-CN" sz="2400" dirty="0">
              <a:solidFill>
                <a:schemeClr val="tx1"/>
              </a:solidFill>
              <a:ea typeface="宋体" panose="02010600030101010101" pitchFamily="2" charset="-122"/>
            </a:endParaRPr>
          </a:p>
          <a:p>
            <a:pPr marL="609600" indent="-609600">
              <a:lnSpc>
                <a:spcPct val="80000"/>
              </a:lnSpc>
              <a:buNone/>
            </a:pPr>
            <a:r>
              <a:rPr lang="en-US" altLang="zh-CN" sz="2400" dirty="0">
                <a:solidFill>
                  <a:schemeClr val="tx1"/>
                </a:solidFill>
                <a:ea typeface="宋体" panose="02010600030101010101" pitchFamily="2" charset="-122"/>
              </a:rPr>
              <a:t>  }</a:t>
            </a:r>
            <a:endParaRPr lang="en-US" altLang="zh-CN" sz="2400" dirty="0">
              <a:solidFill>
                <a:schemeClr val="tx1"/>
              </a:solidFill>
              <a:ea typeface="宋体" panose="02010600030101010101" pitchFamily="2" charset="-122"/>
            </a:endParaRPr>
          </a:p>
          <a:p>
            <a:pPr marL="609600" indent="-609600">
              <a:lnSpc>
                <a:spcPct val="80000"/>
              </a:lnSpc>
              <a:buNone/>
            </a:pPr>
            <a:r>
              <a:rPr lang="en-US" altLang="zh-CN" sz="2400" dirty="0">
                <a:solidFill>
                  <a:schemeClr val="tx1"/>
                </a:solidFill>
                <a:ea typeface="宋体" panose="02010600030101010101" pitchFamily="2" charset="-122"/>
              </a:rPr>
              <a:t>}</a:t>
            </a:r>
            <a:endParaRPr lang="en-US" altLang="zh-CN" sz="2400" dirty="0">
              <a:solidFill>
                <a:schemeClr val="tx1"/>
              </a:solidFill>
              <a:ea typeface="宋体" panose="02010600030101010101" pitchFamily="2" charset="-122"/>
            </a:endParaRPr>
          </a:p>
        </p:txBody>
      </p:sp>
      <p:sp>
        <p:nvSpPr>
          <p:cNvPr id="18437" name="Rectangle 4"/>
          <p:cNvSpPr/>
          <p:nvPr/>
        </p:nvSpPr>
        <p:spPr>
          <a:xfrm>
            <a:off x="2971800" y="2514600"/>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18438" name="Rectangle 5"/>
          <p:cNvSpPr/>
          <p:nvPr/>
        </p:nvSpPr>
        <p:spPr>
          <a:xfrm>
            <a:off x="3352800" y="2971800"/>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19459" name="Rectangle 2"/>
          <p:cNvSpPr>
            <a:spLocks noGrp="1"/>
          </p:cNvSpPr>
          <p:nvPr/>
        </p:nvSpPr>
        <p:spPr>
          <a:xfrm>
            <a:off x="155258" y="3201670"/>
            <a:ext cx="8564562" cy="782638"/>
          </a:xfrm>
          <a:prstGeom prst="rect">
            <a:avLst/>
          </a:prstGeom>
        </p:spPr>
        <p:txBody>
          <a:bodyPr vert="horz" wrap="square" lIns="92075" tIns="46038" rIns="92075" bIns="46038" rtlCol="0" anchor="ctr">
            <a:noAutofit/>
          </a:bodyPr>
          <a:lstStyle>
            <a:lvl1pPr algn="l" defTabSz="914400" rtl="0" eaLnBrk="1" latinLnBrk="0" hangingPunct="1">
              <a:spcBef>
                <a:spcPct val="0"/>
              </a:spcBef>
              <a:buNone/>
              <a:defRPr sz="3600" b="1" kern="1200">
                <a:solidFill>
                  <a:schemeClr val="tx1"/>
                </a:solidFill>
                <a:latin typeface="+mn-lt"/>
                <a:ea typeface="+mj-ea"/>
                <a:cs typeface="+mj-cs"/>
              </a:defRPr>
            </a:lvl1pPr>
          </a:lstStyle>
          <a:p>
            <a:r>
              <a:rPr lang="zh-CN" altLang="en-US" b="0" dirty="0">
                <a:latin typeface="微软雅黑" panose="020B0503020204020204" pitchFamily="34" charset="-122"/>
                <a:ea typeface="微软雅黑" panose="020B0503020204020204" pitchFamily="34" charset="-122"/>
              </a:rPr>
              <a:t>按列求和</a:t>
            </a:r>
            <a:endParaRPr lang="zh-CN" altLang="en-US" b="0" dirty="0">
              <a:latin typeface="微软雅黑" panose="020B0503020204020204" pitchFamily="34" charset="-122"/>
              <a:ea typeface="微软雅黑" panose="020B0503020204020204" pitchFamily="34" charset="-122"/>
            </a:endParaRPr>
          </a:p>
        </p:txBody>
      </p:sp>
      <p:sp>
        <p:nvSpPr>
          <p:cNvPr id="19460" name="Rectangle 3"/>
          <p:cNvSpPr>
            <a:spLocks noGrp="1"/>
          </p:cNvSpPr>
          <p:nvPr/>
        </p:nvSpPr>
        <p:spPr>
          <a:xfrm>
            <a:off x="269875" y="3984625"/>
            <a:ext cx="8718550" cy="2082165"/>
          </a:xfrm>
          <a:prstGeom prst="rect">
            <a:avLst/>
          </a:prstGeom>
          <a:noFill/>
        </p:spPr>
        <p:txBody>
          <a:bodyPr vert="horz" wrap="square" lIns="92075" tIns="46038" rIns="92075" bIns="46038" rtlCol="0" anchor="t">
            <a:normAutofit fontScale="80000"/>
          </a:bodyPr>
          <a:lstStyle>
            <a:lvl1pPr marL="342900" indent="-342900" algn="l" defTabSz="914400" rtl="0" eaLnBrk="1" latinLnBrk="0" hangingPunct="1">
              <a:lnSpc>
                <a:spcPct val="120000"/>
              </a:lnSpc>
              <a:spcBef>
                <a:spcPct val="20000"/>
              </a:spcBef>
              <a:buFont typeface="Arial" panose="020B0604020202020204" pitchFamily="34" charset="0"/>
              <a:buChar char="•"/>
              <a:defRPr sz="1800" kern="1200">
                <a:solidFill>
                  <a:schemeClr val="tx1"/>
                </a:solidFill>
                <a:latin typeface="+mn-lt"/>
                <a:ea typeface="+mj-ea"/>
                <a:cs typeface="+mn-cs"/>
              </a:defRPr>
            </a:lvl1pPr>
            <a:lvl2pPr marL="742950" indent="-285750" algn="l" defTabSz="914400" rtl="0" eaLnBrk="1" latinLnBrk="0" hangingPunct="1">
              <a:lnSpc>
                <a:spcPct val="120000"/>
              </a:lnSpc>
              <a:spcBef>
                <a:spcPct val="20000"/>
              </a:spcBef>
              <a:buFont typeface="Arial" panose="020B0604020202020204" pitchFamily="34" charset="0"/>
              <a:buChar char="–"/>
              <a:defRPr sz="1600" kern="1200">
                <a:solidFill>
                  <a:schemeClr val="tx1"/>
                </a:solidFill>
                <a:latin typeface="+mn-lt"/>
                <a:ea typeface="+mj-ea"/>
                <a:cs typeface="+mn-cs"/>
              </a:defRPr>
            </a:lvl2pPr>
            <a:lvl3pPr marL="1143000" indent="-228600" algn="l" defTabSz="914400" rtl="0" eaLnBrk="1" latinLnBrk="0" hangingPunct="1">
              <a:lnSpc>
                <a:spcPct val="120000"/>
              </a:lnSpc>
              <a:spcBef>
                <a:spcPct val="20000"/>
              </a:spcBef>
              <a:buFont typeface="Arial" panose="020B0604020202020204" pitchFamily="34" charset="0"/>
              <a:buChar char="•"/>
              <a:defRPr sz="1400" kern="1200">
                <a:solidFill>
                  <a:schemeClr val="tx1"/>
                </a:solidFill>
                <a:latin typeface="+mn-lt"/>
                <a:ea typeface="+mj-ea"/>
                <a:cs typeface="+mn-cs"/>
              </a:defRPr>
            </a:lvl3pPr>
            <a:lvl4pPr marL="16002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4pPr>
            <a:lvl5pPr marL="2057400" indent="-228600" algn="l" defTabSz="914400" rtl="0" eaLnBrk="1" latinLnBrk="0" hangingPunct="1">
              <a:lnSpc>
                <a:spcPct val="120000"/>
              </a:lnSpc>
              <a:spcBef>
                <a:spcPct val="20000"/>
              </a:spcBef>
              <a:buFont typeface="Arial" panose="020B0604020202020204" pitchFamily="34" charset="0"/>
              <a:buChar char="»"/>
              <a:defRPr sz="1200" kern="1200">
                <a:solidFill>
                  <a:schemeClr val="tx1"/>
                </a:solidFill>
                <a:latin typeface="+mn-lt"/>
                <a:ea typeface="+mj-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609600" indent="-609600">
              <a:lnSpc>
                <a:spcPct val="80000"/>
              </a:lnSpc>
              <a:buNone/>
            </a:pPr>
            <a:r>
              <a:rPr lang="en-US" altLang="zh-CN" sz="2700" dirty="0">
                <a:solidFill>
                  <a:schemeClr val="tx1"/>
                </a:solidFill>
                <a:ea typeface="宋体" panose="02010600030101010101" pitchFamily="2" charset="-122"/>
              </a:rPr>
              <a:t>for (int column = 0; column &lt; matrix[0].length; column++) {</a:t>
            </a:r>
            <a:endParaRPr lang="en-US" altLang="zh-CN" sz="2700" dirty="0">
              <a:solidFill>
                <a:schemeClr val="tx1"/>
              </a:solidFill>
              <a:ea typeface="宋体" panose="02010600030101010101" pitchFamily="2" charset="-122"/>
            </a:endParaRPr>
          </a:p>
          <a:p>
            <a:pPr marL="609600" indent="-609600">
              <a:lnSpc>
                <a:spcPct val="80000"/>
              </a:lnSpc>
              <a:buNone/>
            </a:pPr>
            <a:r>
              <a:rPr lang="en-US" altLang="zh-CN" sz="2700" dirty="0">
                <a:solidFill>
                  <a:schemeClr val="tx1"/>
                </a:solidFill>
                <a:ea typeface="宋体" panose="02010600030101010101" pitchFamily="2" charset="-122"/>
              </a:rPr>
              <a:t>  int total = 0;</a:t>
            </a:r>
            <a:endParaRPr lang="en-US" altLang="zh-CN" sz="2700" dirty="0">
              <a:solidFill>
                <a:schemeClr val="tx1"/>
              </a:solidFill>
              <a:ea typeface="宋体" panose="02010600030101010101" pitchFamily="2" charset="-122"/>
            </a:endParaRPr>
          </a:p>
          <a:p>
            <a:pPr marL="609600" indent="-609600">
              <a:lnSpc>
                <a:spcPct val="80000"/>
              </a:lnSpc>
              <a:buNone/>
            </a:pPr>
            <a:r>
              <a:rPr lang="en-US" altLang="zh-CN" sz="2700" dirty="0">
                <a:solidFill>
                  <a:schemeClr val="tx1"/>
                </a:solidFill>
                <a:ea typeface="宋体" panose="02010600030101010101" pitchFamily="2" charset="-122"/>
              </a:rPr>
              <a:t>  for (int row = 0; row &lt; matrix.length; row++)</a:t>
            </a:r>
            <a:endParaRPr lang="en-US" altLang="zh-CN" sz="2700" dirty="0">
              <a:solidFill>
                <a:schemeClr val="tx1"/>
              </a:solidFill>
              <a:ea typeface="宋体" panose="02010600030101010101" pitchFamily="2" charset="-122"/>
            </a:endParaRPr>
          </a:p>
          <a:p>
            <a:pPr marL="609600" indent="-609600">
              <a:lnSpc>
                <a:spcPct val="80000"/>
              </a:lnSpc>
              <a:buNone/>
            </a:pPr>
            <a:r>
              <a:rPr lang="en-US" altLang="zh-CN" sz="2700" dirty="0">
                <a:solidFill>
                  <a:schemeClr val="tx1"/>
                </a:solidFill>
                <a:ea typeface="宋体" panose="02010600030101010101" pitchFamily="2" charset="-122"/>
              </a:rPr>
              <a:t>    total += matrix[row][column];</a:t>
            </a:r>
            <a:endParaRPr lang="en-US" altLang="zh-CN" sz="2700" dirty="0">
              <a:solidFill>
                <a:schemeClr val="tx1"/>
              </a:solidFill>
              <a:ea typeface="宋体" panose="02010600030101010101" pitchFamily="2" charset="-122"/>
            </a:endParaRPr>
          </a:p>
          <a:p>
            <a:pPr marL="609600" indent="-609600">
              <a:lnSpc>
                <a:spcPct val="80000"/>
              </a:lnSpc>
              <a:buNone/>
            </a:pPr>
            <a:r>
              <a:rPr lang="en-US" altLang="zh-CN" sz="2700" dirty="0">
                <a:solidFill>
                  <a:schemeClr val="tx1"/>
                </a:solidFill>
                <a:ea typeface="宋体" panose="02010600030101010101" pitchFamily="2" charset="-122"/>
              </a:rPr>
              <a:t>  System.out.println("Sum for column " + column + " is "  + total);</a:t>
            </a:r>
            <a:endParaRPr lang="en-US" altLang="zh-CN" sz="2700" dirty="0">
              <a:solidFill>
                <a:schemeClr val="tx1"/>
              </a:solidFill>
              <a:ea typeface="宋体" panose="02010600030101010101" pitchFamily="2" charset="-122"/>
            </a:endParaRPr>
          </a:p>
          <a:p>
            <a:pPr marL="609600" indent="-609600">
              <a:lnSpc>
                <a:spcPct val="80000"/>
              </a:lnSpc>
              <a:buNone/>
            </a:pPr>
            <a:r>
              <a:rPr lang="en-US" altLang="zh-CN" sz="2700" dirty="0">
                <a:solidFill>
                  <a:schemeClr val="tx1"/>
                </a:solidFill>
                <a:ea typeface="宋体" panose="02010600030101010101" pitchFamily="2" charset="-122"/>
              </a:rPr>
              <a:t>}</a:t>
            </a:r>
            <a:endParaRPr lang="en-US" altLang="zh-CN" sz="2700" dirty="0">
              <a:solidFill>
                <a:schemeClr val="tx1"/>
              </a:solidFill>
              <a:ea typeface="宋体" panose="02010600030101010101" pitchFamily="2" charset="-122"/>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20483" name="Rectangle 2"/>
          <p:cNvSpPr>
            <a:spLocks noGrp="1"/>
          </p:cNvSpPr>
          <p:nvPr>
            <p:ph type="title"/>
          </p:nvPr>
        </p:nvSpPr>
        <p:spPr>
          <a:xfrm>
            <a:off x="155258" y="0"/>
            <a:ext cx="8564562" cy="782638"/>
          </a:xfrm>
        </p:spPr>
        <p:txBody>
          <a:bodyPr vert="horz" wrap="square" lIns="92075" tIns="46038" rIns="92075" bIns="46038" anchor="ctr"/>
          <a:p>
            <a:r>
              <a:rPr lang="zh-CN" altLang="en-US" b="0" dirty="0">
                <a:latin typeface="微软雅黑" panose="020B0503020204020204" pitchFamily="34" charset="-122"/>
                <a:ea typeface="微软雅黑" panose="020B0503020204020204" pitchFamily="34" charset="-122"/>
              </a:rPr>
              <a:t>随意打乱</a:t>
            </a:r>
            <a:endParaRPr lang="zh-CN" altLang="en-US" b="0" dirty="0">
              <a:latin typeface="微软雅黑" panose="020B0503020204020204" pitchFamily="34" charset="-122"/>
              <a:ea typeface="微软雅黑" panose="020B0503020204020204" pitchFamily="34" charset="-122"/>
            </a:endParaRPr>
          </a:p>
        </p:txBody>
      </p:sp>
      <p:sp>
        <p:nvSpPr>
          <p:cNvPr id="20484" name="Rectangle 3"/>
          <p:cNvSpPr>
            <a:spLocks noGrp="1"/>
          </p:cNvSpPr>
          <p:nvPr>
            <p:ph idx="1"/>
          </p:nvPr>
        </p:nvSpPr>
        <p:spPr>
          <a:xfrm>
            <a:off x="155575" y="1355725"/>
            <a:ext cx="8718550" cy="5068888"/>
          </a:xfrm>
          <a:noFill/>
        </p:spPr>
        <p:txBody>
          <a:bodyPr vert="horz" wrap="square" lIns="92075" tIns="46038" rIns="92075" bIns="46038" anchor="t"/>
          <a:p>
            <a:pPr marL="609600" indent="-609600">
              <a:lnSpc>
                <a:spcPct val="80000"/>
              </a:lnSpc>
              <a:buNone/>
            </a:pPr>
            <a:r>
              <a:rPr lang="en-US" altLang="zh-CN" sz="2400" b="1" dirty="0">
                <a:solidFill>
                  <a:schemeClr val="tx1"/>
                </a:solidFill>
                <a:ea typeface="宋体" panose="02010600030101010101" pitchFamily="2" charset="-122"/>
              </a:rPr>
              <a:t>for</a:t>
            </a:r>
            <a:r>
              <a:rPr lang="en-US" altLang="zh-CN" sz="2400" dirty="0">
                <a:solidFill>
                  <a:schemeClr val="tx1"/>
                </a:solidFill>
                <a:ea typeface="宋体" panose="02010600030101010101" pitchFamily="2" charset="-122"/>
              </a:rPr>
              <a:t> (</a:t>
            </a:r>
            <a:r>
              <a:rPr lang="en-US" altLang="zh-CN" sz="2400" b="1" dirty="0">
                <a:solidFill>
                  <a:schemeClr val="tx1"/>
                </a:solidFill>
                <a:ea typeface="宋体" panose="02010600030101010101" pitchFamily="2" charset="-122"/>
              </a:rPr>
              <a:t>int</a:t>
            </a:r>
            <a:r>
              <a:rPr lang="en-US" altLang="zh-CN" sz="2400" dirty="0">
                <a:solidFill>
                  <a:schemeClr val="tx1"/>
                </a:solidFill>
                <a:ea typeface="宋体" panose="02010600030101010101" pitchFamily="2" charset="-122"/>
              </a:rPr>
              <a:t> i = 0; i &lt; matrix.length; i++) {</a:t>
            </a:r>
            <a:endParaRPr lang="en-US" altLang="zh-CN" sz="2400" dirty="0">
              <a:solidFill>
                <a:schemeClr val="tx1"/>
              </a:solidFill>
              <a:ea typeface="宋体" panose="02010600030101010101" pitchFamily="2" charset="-122"/>
            </a:endParaRPr>
          </a:p>
          <a:p>
            <a:pPr marL="609600" indent="-609600">
              <a:lnSpc>
                <a:spcPct val="80000"/>
              </a:lnSpc>
              <a:buNone/>
            </a:pPr>
            <a:r>
              <a:rPr lang="en-US" altLang="zh-CN" sz="2400" dirty="0">
                <a:solidFill>
                  <a:schemeClr val="tx1"/>
                </a:solidFill>
                <a:ea typeface="宋体" panose="02010600030101010101" pitchFamily="2" charset="-122"/>
              </a:rPr>
              <a:t>  </a:t>
            </a:r>
            <a:r>
              <a:rPr lang="en-US" altLang="zh-CN" sz="2400" b="1" dirty="0">
                <a:solidFill>
                  <a:schemeClr val="tx1"/>
                </a:solidFill>
                <a:ea typeface="宋体" panose="02010600030101010101" pitchFamily="2" charset="-122"/>
              </a:rPr>
              <a:t>for</a:t>
            </a:r>
            <a:r>
              <a:rPr lang="en-US" altLang="zh-CN" sz="2400" dirty="0">
                <a:solidFill>
                  <a:schemeClr val="tx1"/>
                </a:solidFill>
                <a:ea typeface="宋体" panose="02010600030101010101" pitchFamily="2" charset="-122"/>
              </a:rPr>
              <a:t> (</a:t>
            </a:r>
            <a:r>
              <a:rPr lang="en-US" altLang="zh-CN" sz="2400" b="1" dirty="0">
                <a:solidFill>
                  <a:schemeClr val="tx1"/>
                </a:solidFill>
                <a:ea typeface="宋体" panose="02010600030101010101" pitchFamily="2" charset="-122"/>
              </a:rPr>
              <a:t>int</a:t>
            </a:r>
            <a:r>
              <a:rPr lang="en-US" altLang="zh-CN" sz="2400" dirty="0">
                <a:solidFill>
                  <a:schemeClr val="tx1"/>
                </a:solidFill>
                <a:ea typeface="宋体" panose="02010600030101010101" pitchFamily="2" charset="-122"/>
              </a:rPr>
              <a:t> j = 0; j &lt; matrix[i].length; j++) {</a:t>
            </a:r>
            <a:endParaRPr lang="en-US" altLang="zh-CN" sz="2400" dirty="0">
              <a:solidFill>
                <a:schemeClr val="tx1"/>
              </a:solidFill>
              <a:ea typeface="宋体" panose="02010600030101010101" pitchFamily="2" charset="-122"/>
            </a:endParaRPr>
          </a:p>
          <a:p>
            <a:pPr marL="609600" indent="-609600">
              <a:lnSpc>
                <a:spcPct val="80000"/>
              </a:lnSpc>
              <a:buNone/>
            </a:pPr>
            <a:r>
              <a:rPr lang="en-US" altLang="zh-CN" sz="2400" dirty="0">
                <a:solidFill>
                  <a:schemeClr val="tx1"/>
                </a:solidFill>
                <a:ea typeface="宋体" panose="02010600030101010101" pitchFamily="2" charset="-122"/>
              </a:rPr>
              <a:t>    </a:t>
            </a:r>
            <a:r>
              <a:rPr lang="en-US" altLang="zh-CN" sz="2400" b="1" dirty="0">
                <a:solidFill>
                  <a:schemeClr val="tx1"/>
                </a:solidFill>
                <a:ea typeface="宋体" panose="02010600030101010101" pitchFamily="2" charset="-122"/>
              </a:rPr>
              <a:t>int</a:t>
            </a:r>
            <a:r>
              <a:rPr lang="en-US" altLang="zh-CN" sz="2400" dirty="0">
                <a:solidFill>
                  <a:schemeClr val="tx1"/>
                </a:solidFill>
                <a:ea typeface="宋体" panose="02010600030101010101" pitchFamily="2" charset="-122"/>
              </a:rPr>
              <a:t> i1 = (</a:t>
            </a:r>
            <a:r>
              <a:rPr lang="en-US" altLang="zh-CN" sz="2400" b="1" dirty="0">
                <a:solidFill>
                  <a:schemeClr val="tx1"/>
                </a:solidFill>
                <a:ea typeface="宋体" panose="02010600030101010101" pitchFamily="2" charset="-122"/>
              </a:rPr>
              <a:t>int</a:t>
            </a:r>
            <a:r>
              <a:rPr lang="en-US" altLang="zh-CN" sz="2400" dirty="0">
                <a:solidFill>
                  <a:schemeClr val="tx1"/>
                </a:solidFill>
                <a:ea typeface="宋体" panose="02010600030101010101" pitchFamily="2" charset="-122"/>
              </a:rPr>
              <a:t>)(Math.random() * matrix.length);</a:t>
            </a:r>
            <a:endParaRPr lang="en-US" altLang="zh-CN" sz="2400" dirty="0">
              <a:solidFill>
                <a:schemeClr val="tx1"/>
              </a:solidFill>
              <a:ea typeface="宋体" panose="02010600030101010101" pitchFamily="2" charset="-122"/>
            </a:endParaRPr>
          </a:p>
          <a:p>
            <a:pPr marL="609600" indent="-609600">
              <a:lnSpc>
                <a:spcPct val="80000"/>
              </a:lnSpc>
              <a:buNone/>
            </a:pPr>
            <a:r>
              <a:rPr lang="en-US" altLang="zh-CN" sz="2400" dirty="0">
                <a:solidFill>
                  <a:schemeClr val="tx1"/>
                </a:solidFill>
                <a:ea typeface="宋体" panose="02010600030101010101" pitchFamily="2" charset="-122"/>
              </a:rPr>
              <a:t>    </a:t>
            </a:r>
            <a:r>
              <a:rPr lang="en-US" altLang="zh-CN" sz="2400" b="1" dirty="0">
                <a:solidFill>
                  <a:schemeClr val="tx1"/>
                </a:solidFill>
                <a:ea typeface="宋体" panose="02010600030101010101" pitchFamily="2" charset="-122"/>
              </a:rPr>
              <a:t>int</a:t>
            </a:r>
            <a:r>
              <a:rPr lang="en-US" altLang="zh-CN" sz="2400" dirty="0">
                <a:solidFill>
                  <a:schemeClr val="tx1"/>
                </a:solidFill>
                <a:ea typeface="宋体" panose="02010600030101010101" pitchFamily="2" charset="-122"/>
              </a:rPr>
              <a:t> j1 = (</a:t>
            </a:r>
            <a:r>
              <a:rPr lang="en-US" altLang="zh-CN" sz="2400" b="1" dirty="0">
                <a:solidFill>
                  <a:schemeClr val="tx1"/>
                </a:solidFill>
                <a:ea typeface="宋体" panose="02010600030101010101" pitchFamily="2" charset="-122"/>
              </a:rPr>
              <a:t>int</a:t>
            </a:r>
            <a:r>
              <a:rPr lang="en-US" altLang="zh-CN" sz="2400" dirty="0">
                <a:solidFill>
                  <a:schemeClr val="tx1"/>
                </a:solidFill>
                <a:ea typeface="宋体" panose="02010600030101010101" pitchFamily="2" charset="-122"/>
              </a:rPr>
              <a:t>)(Math.random() * matrix[i].length);</a:t>
            </a:r>
            <a:endParaRPr lang="en-US" altLang="zh-CN" sz="2400" dirty="0">
              <a:solidFill>
                <a:schemeClr val="tx1"/>
              </a:solidFill>
              <a:ea typeface="宋体" panose="02010600030101010101" pitchFamily="2" charset="-122"/>
            </a:endParaRPr>
          </a:p>
          <a:p>
            <a:pPr marL="609600" indent="-609600">
              <a:lnSpc>
                <a:spcPct val="80000"/>
              </a:lnSpc>
              <a:buNone/>
            </a:pPr>
            <a:r>
              <a:rPr lang="en-US" altLang="zh-CN" sz="2400" dirty="0">
                <a:solidFill>
                  <a:schemeClr val="tx1"/>
                </a:solidFill>
                <a:ea typeface="宋体" panose="02010600030101010101" pitchFamily="2" charset="-122"/>
              </a:rPr>
              <a:t>    // Swap matrix[i][j] with matrix[i1][j1]</a:t>
            </a:r>
            <a:endParaRPr lang="en-US" altLang="zh-CN" sz="2400" b="1" dirty="0">
              <a:solidFill>
                <a:schemeClr val="tx1"/>
              </a:solidFill>
              <a:ea typeface="宋体" panose="02010600030101010101" pitchFamily="2" charset="-122"/>
            </a:endParaRPr>
          </a:p>
          <a:p>
            <a:pPr marL="609600" indent="-609600">
              <a:lnSpc>
                <a:spcPct val="80000"/>
              </a:lnSpc>
              <a:buNone/>
            </a:pPr>
            <a:r>
              <a:rPr lang="en-US" altLang="zh-CN" sz="2400" b="1" dirty="0">
                <a:solidFill>
                  <a:schemeClr val="tx1"/>
                </a:solidFill>
                <a:ea typeface="宋体" panose="02010600030101010101" pitchFamily="2" charset="-122"/>
              </a:rPr>
              <a:t>    int</a:t>
            </a:r>
            <a:r>
              <a:rPr lang="en-US" altLang="zh-CN" sz="2400" dirty="0">
                <a:solidFill>
                  <a:schemeClr val="tx1"/>
                </a:solidFill>
                <a:ea typeface="宋体" panose="02010600030101010101" pitchFamily="2" charset="-122"/>
              </a:rPr>
              <a:t> temp = matrix[i][j];</a:t>
            </a:r>
            <a:endParaRPr lang="en-US" altLang="zh-CN" sz="2400" dirty="0">
              <a:solidFill>
                <a:schemeClr val="tx1"/>
              </a:solidFill>
              <a:ea typeface="宋体" panose="02010600030101010101" pitchFamily="2" charset="-122"/>
            </a:endParaRPr>
          </a:p>
          <a:p>
            <a:pPr marL="609600" indent="-609600">
              <a:lnSpc>
                <a:spcPct val="80000"/>
              </a:lnSpc>
              <a:buNone/>
            </a:pPr>
            <a:r>
              <a:rPr lang="en-US" altLang="zh-CN" sz="2400" dirty="0">
                <a:solidFill>
                  <a:schemeClr val="tx1"/>
                </a:solidFill>
                <a:ea typeface="宋体" panose="02010600030101010101" pitchFamily="2" charset="-122"/>
              </a:rPr>
              <a:t>    matrix[i][j] = matrix[i1][j1]; </a:t>
            </a:r>
            <a:endParaRPr lang="en-US" altLang="zh-CN" sz="2400" dirty="0">
              <a:solidFill>
                <a:schemeClr val="tx1"/>
              </a:solidFill>
              <a:ea typeface="宋体" panose="02010600030101010101" pitchFamily="2" charset="-122"/>
            </a:endParaRPr>
          </a:p>
          <a:p>
            <a:pPr marL="609600" indent="-609600">
              <a:lnSpc>
                <a:spcPct val="80000"/>
              </a:lnSpc>
              <a:buNone/>
            </a:pPr>
            <a:r>
              <a:rPr lang="en-US" altLang="zh-CN" sz="2400" dirty="0">
                <a:solidFill>
                  <a:schemeClr val="tx1"/>
                </a:solidFill>
                <a:ea typeface="宋体" panose="02010600030101010101" pitchFamily="2" charset="-122"/>
              </a:rPr>
              <a:t>    matrix[i1][j1] = temp;</a:t>
            </a:r>
            <a:endParaRPr lang="en-US" altLang="zh-CN" sz="2400" dirty="0">
              <a:solidFill>
                <a:schemeClr val="tx1"/>
              </a:solidFill>
              <a:ea typeface="宋体" panose="02010600030101010101" pitchFamily="2" charset="-122"/>
            </a:endParaRPr>
          </a:p>
          <a:p>
            <a:pPr marL="609600" indent="-609600">
              <a:lnSpc>
                <a:spcPct val="80000"/>
              </a:lnSpc>
              <a:buNone/>
            </a:pPr>
            <a:r>
              <a:rPr lang="en-US" altLang="zh-CN" sz="2400" dirty="0">
                <a:solidFill>
                  <a:schemeClr val="tx1"/>
                </a:solidFill>
                <a:ea typeface="宋体" panose="02010600030101010101" pitchFamily="2" charset="-122"/>
              </a:rPr>
              <a:t>  }</a:t>
            </a:r>
            <a:endParaRPr lang="en-US" altLang="zh-CN" sz="2400" dirty="0">
              <a:solidFill>
                <a:schemeClr val="tx1"/>
              </a:solidFill>
              <a:ea typeface="宋体" panose="02010600030101010101" pitchFamily="2" charset="-122"/>
            </a:endParaRPr>
          </a:p>
          <a:p>
            <a:pPr marL="609600" indent="-609600">
              <a:lnSpc>
                <a:spcPct val="80000"/>
              </a:lnSpc>
              <a:buNone/>
            </a:pPr>
            <a:r>
              <a:rPr lang="en-US" altLang="zh-CN" sz="2400" dirty="0">
                <a:solidFill>
                  <a:schemeClr val="tx1"/>
                </a:solidFill>
                <a:ea typeface="宋体" panose="02010600030101010101" pitchFamily="2" charset="-122"/>
              </a:rPr>
              <a:t>}</a:t>
            </a:r>
            <a:endParaRPr lang="en-US" altLang="zh-CN" sz="2400" dirty="0">
              <a:solidFill>
                <a:schemeClr val="tx1"/>
              </a:solidFill>
              <a:ea typeface="宋体" panose="02010600030101010101" pitchFamily="2" charset="-122"/>
            </a:endParaRPr>
          </a:p>
        </p:txBody>
      </p:sp>
      <p:sp>
        <p:nvSpPr>
          <p:cNvPr id="20485" name="Rectangle 4"/>
          <p:cNvSpPr/>
          <p:nvPr/>
        </p:nvSpPr>
        <p:spPr>
          <a:xfrm>
            <a:off x="2971800" y="2514600"/>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20486" name="Rectangle 5"/>
          <p:cNvSpPr/>
          <p:nvPr/>
        </p:nvSpPr>
        <p:spPr>
          <a:xfrm>
            <a:off x="3352800" y="2971800"/>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21507" name="Rectangle 2"/>
          <p:cNvSpPr>
            <a:spLocks noGrp="1"/>
          </p:cNvSpPr>
          <p:nvPr>
            <p:ph type="title"/>
          </p:nvPr>
        </p:nvSpPr>
        <p:spPr>
          <a:xfrm>
            <a:off x="132715" y="0"/>
            <a:ext cx="8756650" cy="803910"/>
          </a:xfrm>
        </p:spPr>
        <p:txBody>
          <a:bodyPr vert="horz" wrap="square" lIns="92075" tIns="46038" rIns="92075" bIns="46038" anchor="ctr"/>
          <a:p>
            <a:r>
              <a:rPr lang="zh-CN" altLang="en-US" b="0" dirty="0">
                <a:latin typeface="微软雅黑" panose="020B0503020204020204" pitchFamily="34" charset="-122"/>
                <a:ea typeface="微软雅黑" panose="020B0503020204020204" pitchFamily="34" charset="-122"/>
              </a:rPr>
              <a:t>给方法传递二维数组</a:t>
            </a:r>
            <a:endParaRPr lang="zh-CN" altLang="en-US" b="0" dirty="0">
              <a:solidFill>
                <a:schemeClr val="tx1"/>
              </a:solidFill>
              <a:latin typeface="微软雅黑" panose="020B0503020204020204" pitchFamily="34" charset="-122"/>
              <a:ea typeface="微软雅黑" panose="020B0503020204020204" pitchFamily="34" charset="-122"/>
            </a:endParaRPr>
          </a:p>
        </p:txBody>
      </p:sp>
      <p:sp>
        <p:nvSpPr>
          <p:cNvPr id="21508" name="Rectangle 3"/>
          <p:cNvSpPr/>
          <p:nvPr/>
        </p:nvSpPr>
        <p:spPr>
          <a:xfrm>
            <a:off x="3352800" y="2971800"/>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2" name="文本框 1"/>
          <p:cNvSpPr txBox="1"/>
          <p:nvPr/>
        </p:nvSpPr>
        <p:spPr>
          <a:xfrm>
            <a:off x="407035" y="1090295"/>
            <a:ext cx="7729855" cy="4892675"/>
          </a:xfrm>
          <a:prstGeom prst="rect">
            <a:avLst/>
          </a:prstGeom>
          <a:noFill/>
        </p:spPr>
        <p:txBody>
          <a:bodyPr wrap="square" rtlCol="0" anchor="t">
            <a:spAutoFit/>
          </a:bodyPr>
          <a:p>
            <a:pPr>
              <a:lnSpc>
                <a:spcPct val="120000"/>
              </a:lnSpc>
            </a:pPr>
            <a:r>
              <a:rPr lang="zh-CN" altLang="en-US"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两个矩阵相乘： </a:t>
            </a:r>
            <a:r>
              <a:rPr lang="zh-CN" altLang="en-US" sz="2000" b="1"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 </a:t>
            </a:r>
            <a:endParaRPr lang="zh-CN" altLang="en-US" sz="2000" b="1"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public static double[][] multiplyMatrix(double[][] m1, double[][] m2) {</a:t>
            </a:r>
            <a:endParaRPr lang="zh-CN" altLang="en-US"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    double[][] result = new double[m1.length][m2[0].length];</a:t>
            </a:r>
            <a:endParaRPr lang="zh-CN" altLang="en-US"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    for (int i = 0; i &lt; m1.length; i++)</a:t>
            </a:r>
            <a:endParaRPr lang="zh-CN" altLang="en-US"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      for (int j = 0; j &lt; result.length; j++)</a:t>
            </a:r>
            <a:endParaRPr lang="zh-CN" altLang="en-US"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        for (int k = 0; k &lt; result[0].length; k++)</a:t>
            </a:r>
            <a:endParaRPr lang="zh-CN" altLang="en-US"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           </a:t>
            </a:r>
            <a:r>
              <a:rPr lang="en-US" altLang="zh-CN"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   </a:t>
            </a:r>
            <a:r>
              <a:rPr lang="zh-CN" altLang="en-US"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result[i][j] += m1[i][k] * m2[k][j];</a:t>
            </a:r>
            <a:endParaRPr lang="zh-CN" altLang="en-US"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    </a:t>
            </a:r>
            <a:r>
              <a:rPr lang="en-US" altLang="zh-CN"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   </a:t>
            </a:r>
            <a:r>
              <a:rPr lang="zh-CN" altLang="en-US"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return result;</a:t>
            </a:r>
            <a:endParaRPr lang="zh-CN" altLang="en-US"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  }</a:t>
            </a:r>
            <a:endParaRPr lang="zh-CN" altLang="en-US"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endParaRPr lang="zh-CN" altLang="en-US"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调用：</a:t>
            </a:r>
            <a:endParaRPr lang="zh-CN" altLang="en-US"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r>
              <a:rPr lang="zh-CN" altLang="en-US"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rPr>
              <a:t>     double[][] resultMatrix = multiplyMatrix(matrix1, matrix2);</a:t>
            </a:r>
            <a:endParaRPr lang="zh-CN" altLang="en-US"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a:p>
            <a:pPr>
              <a:lnSpc>
                <a:spcPct val="120000"/>
              </a:lnSpc>
            </a:pPr>
            <a:endParaRPr lang="zh-CN" altLang="en-US" sz="20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27651" name="Rectangle 2"/>
          <p:cNvSpPr>
            <a:spLocks noGrp="1"/>
          </p:cNvSpPr>
          <p:nvPr>
            <p:ph type="title"/>
          </p:nvPr>
        </p:nvSpPr>
        <p:spPr>
          <a:xfrm>
            <a:off x="40323" y="231821"/>
            <a:ext cx="7078190" cy="349250"/>
          </a:xfrm>
        </p:spPr>
        <p:txBody>
          <a:bodyPr vert="horz" wrap="square" lIns="92075" tIns="46038" rIns="92075" bIns="46038" anchor="ctr"/>
          <a:p>
            <a:r>
              <a:rPr lang="zh-CN" altLang="zh-CN" b="0" dirty="0">
                <a:solidFill>
                  <a:schemeClr val="tx1"/>
                </a:solidFill>
                <a:latin typeface="微软雅黑" panose="020B0503020204020204" pitchFamily="34" charset="-122"/>
                <a:ea typeface="微软雅黑" panose="020B0503020204020204" pitchFamily="34" charset="-122"/>
              </a:rPr>
              <a:t>教材示例：判断数独答案是否正确</a:t>
            </a:r>
            <a:endParaRPr lang="zh-CN" altLang="zh-CN" b="0" dirty="0">
              <a:solidFill>
                <a:schemeClr val="tx1"/>
              </a:solidFill>
              <a:latin typeface="微软雅黑" panose="020B0503020204020204" pitchFamily="34" charset="-122"/>
              <a:ea typeface="微软雅黑" panose="020B0503020204020204" pitchFamily="34" charset="-122"/>
            </a:endParaRPr>
          </a:p>
        </p:txBody>
      </p:sp>
      <p:sp>
        <p:nvSpPr>
          <p:cNvPr id="27652" name="Rectangle 3"/>
          <p:cNvSpPr/>
          <p:nvPr/>
        </p:nvSpPr>
        <p:spPr>
          <a:xfrm>
            <a:off x="0" y="2370138"/>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27653" name="Rectangle 4"/>
          <p:cNvSpPr/>
          <p:nvPr/>
        </p:nvSpPr>
        <p:spPr>
          <a:xfrm>
            <a:off x="0" y="4487863"/>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27654" name="Rectangle 5"/>
          <p:cNvSpPr/>
          <p:nvPr/>
        </p:nvSpPr>
        <p:spPr>
          <a:xfrm>
            <a:off x="0" y="2182813"/>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graphicFrame>
        <p:nvGraphicFramePr>
          <p:cNvPr id="27655" name="Object 6"/>
          <p:cNvGraphicFramePr>
            <a:graphicFrameLocks noChangeAspect="1"/>
          </p:cNvGraphicFramePr>
          <p:nvPr/>
        </p:nvGraphicFramePr>
        <p:xfrm>
          <a:off x="151130" y="833755"/>
          <a:ext cx="2853690" cy="2897505"/>
        </p:xfrm>
        <a:graphic>
          <a:graphicData uri="http://schemas.openxmlformats.org/presentationml/2006/ole">
            <mc:AlternateContent xmlns:mc="http://schemas.openxmlformats.org/markup-compatibility/2006">
              <mc:Choice xmlns:v="urn:schemas-microsoft-com:vml" Requires="v">
                <p:oleObj spid="_x0000_s3081" name="" r:id="rId1" imgW="2453640" imgH="2487295" progId="Word.Picture.8">
                  <p:embed/>
                </p:oleObj>
              </mc:Choice>
              <mc:Fallback>
                <p:oleObj name="" r:id="rId1" imgW="2453640" imgH="2487295" progId="Word.Picture.8">
                  <p:embed/>
                  <p:pic>
                    <p:nvPicPr>
                      <p:cNvPr id="0" name="图片 3080"/>
                      <p:cNvPicPr/>
                      <p:nvPr/>
                    </p:nvPicPr>
                    <p:blipFill>
                      <a:blip r:embed="rId2"/>
                      <a:stretch>
                        <a:fillRect/>
                      </a:stretch>
                    </p:blipFill>
                    <p:spPr>
                      <a:xfrm>
                        <a:off x="151130" y="833755"/>
                        <a:ext cx="2853690" cy="2897505"/>
                      </a:xfrm>
                      <a:prstGeom prst="rect">
                        <a:avLst/>
                      </a:prstGeom>
                      <a:noFill/>
                      <a:ln w="38100">
                        <a:noFill/>
                        <a:miter/>
                      </a:ln>
                    </p:spPr>
                  </p:pic>
                </p:oleObj>
              </mc:Fallback>
            </mc:AlternateContent>
          </a:graphicData>
        </a:graphic>
      </p:graphicFrame>
      <p:sp>
        <p:nvSpPr>
          <p:cNvPr id="27656" name="Rectangle 7"/>
          <p:cNvSpPr/>
          <p:nvPr/>
        </p:nvSpPr>
        <p:spPr>
          <a:xfrm>
            <a:off x="0" y="2182813"/>
            <a:ext cx="9144000" cy="0"/>
          </a:xfrm>
          <a:prstGeom prst="rect">
            <a:avLst/>
          </a:prstGeom>
          <a:noFill/>
          <a:ln w="9525">
            <a:noFill/>
          </a:ln>
        </p:spPr>
        <p:txBody>
          <a:bodyPr wrap="none" anchor="ct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graphicFrame>
        <p:nvGraphicFramePr>
          <p:cNvPr id="27657" name="Object 8"/>
          <p:cNvGraphicFramePr>
            <a:graphicFrameLocks noChangeAspect="1"/>
          </p:cNvGraphicFramePr>
          <p:nvPr>
            <p:ph idx="1"/>
          </p:nvPr>
        </p:nvGraphicFramePr>
        <p:xfrm>
          <a:off x="4168775" y="725170"/>
          <a:ext cx="3105150" cy="3143885"/>
        </p:xfrm>
        <a:graphic>
          <a:graphicData uri="http://schemas.openxmlformats.org/presentationml/2006/ole">
            <mc:AlternateContent xmlns:mc="http://schemas.openxmlformats.org/markup-compatibility/2006">
              <mc:Choice xmlns:v="urn:schemas-microsoft-com:vml" Requires="v">
                <p:oleObj spid="_x0000_s3082" name="" r:id="rId3" imgW="2453640" imgH="2487295" progId="Word.Picture.8">
                  <p:embed/>
                </p:oleObj>
              </mc:Choice>
              <mc:Fallback>
                <p:oleObj name="" r:id="rId3" imgW="2453640" imgH="2487295" progId="Word.Picture.8">
                  <p:embed/>
                  <p:pic>
                    <p:nvPicPr>
                      <p:cNvPr id="0" name="图片 3081"/>
                      <p:cNvPicPr/>
                      <p:nvPr/>
                    </p:nvPicPr>
                    <p:blipFill>
                      <a:blip r:embed="rId4"/>
                      <a:srcRect/>
                      <a:stretch>
                        <a:fillRect/>
                      </a:stretch>
                    </p:blipFill>
                    <p:spPr>
                      <a:xfrm>
                        <a:off x="4168775" y="725170"/>
                        <a:ext cx="3105150" cy="3143885"/>
                      </a:xfrm>
                      <a:prstGeom prst="rect">
                        <a:avLst/>
                      </a:prstGeom>
                      <a:noFill/>
                      <a:ln w="38100">
                        <a:miter/>
                      </a:ln>
                    </p:spPr>
                  </p:pic>
                </p:oleObj>
              </mc:Fallback>
            </mc:AlternateContent>
          </a:graphicData>
        </a:graphic>
      </p:graphicFrame>
      <p:grpSp>
        <p:nvGrpSpPr>
          <p:cNvPr id="2" name="Group 9"/>
          <p:cNvGrpSpPr/>
          <p:nvPr/>
        </p:nvGrpSpPr>
        <p:grpSpPr>
          <a:xfrm>
            <a:off x="3983355" y="1069340"/>
            <a:ext cx="3916045" cy="2454454"/>
            <a:chOff x="0" y="0"/>
            <a:chExt cx="2467" cy="1646"/>
          </a:xfrm>
        </p:grpSpPr>
        <p:sp>
          <p:nvSpPr>
            <p:cNvPr id="27659" name="Line 10"/>
            <p:cNvSpPr/>
            <p:nvPr/>
          </p:nvSpPr>
          <p:spPr>
            <a:xfrm>
              <a:off x="24" y="0"/>
              <a:ext cx="2443" cy="0"/>
            </a:xfrm>
            <a:prstGeom prst="line">
              <a:avLst/>
            </a:prstGeom>
            <a:ln w="12700" cap="flat" cmpd="sng">
              <a:solidFill>
                <a:srgbClr val="FF6600"/>
              </a:solidFill>
              <a:prstDash val="solid"/>
              <a:headEnd type="none" w="med" len="med"/>
              <a:tailEnd type="none" w="med" len="med"/>
            </a:ln>
          </p:spPr>
        </p:sp>
        <p:sp>
          <p:nvSpPr>
            <p:cNvPr id="27660" name="Line 11"/>
            <p:cNvSpPr/>
            <p:nvPr/>
          </p:nvSpPr>
          <p:spPr>
            <a:xfrm>
              <a:off x="24" y="194"/>
              <a:ext cx="2443" cy="0"/>
            </a:xfrm>
            <a:prstGeom prst="line">
              <a:avLst/>
            </a:prstGeom>
            <a:ln w="12700" cap="flat" cmpd="sng">
              <a:solidFill>
                <a:srgbClr val="FF6600"/>
              </a:solidFill>
              <a:prstDash val="solid"/>
              <a:headEnd type="none" w="med" len="med"/>
              <a:tailEnd type="none" w="med" len="med"/>
            </a:ln>
          </p:spPr>
        </p:sp>
        <p:sp>
          <p:nvSpPr>
            <p:cNvPr id="27661" name="Line 12"/>
            <p:cNvSpPr/>
            <p:nvPr/>
          </p:nvSpPr>
          <p:spPr>
            <a:xfrm>
              <a:off x="0" y="412"/>
              <a:ext cx="2443" cy="0"/>
            </a:xfrm>
            <a:prstGeom prst="line">
              <a:avLst/>
            </a:prstGeom>
            <a:ln w="12700" cap="flat" cmpd="sng">
              <a:solidFill>
                <a:srgbClr val="FF6600"/>
              </a:solidFill>
              <a:prstDash val="solid"/>
              <a:headEnd type="none" w="med" len="med"/>
              <a:tailEnd type="none" w="med" len="med"/>
            </a:ln>
          </p:spPr>
        </p:sp>
        <p:sp>
          <p:nvSpPr>
            <p:cNvPr id="27662" name="Line 13"/>
            <p:cNvSpPr/>
            <p:nvPr/>
          </p:nvSpPr>
          <p:spPr>
            <a:xfrm>
              <a:off x="0" y="606"/>
              <a:ext cx="2443" cy="0"/>
            </a:xfrm>
            <a:prstGeom prst="line">
              <a:avLst/>
            </a:prstGeom>
            <a:ln w="12700" cap="flat" cmpd="sng">
              <a:solidFill>
                <a:srgbClr val="FF6600"/>
              </a:solidFill>
              <a:prstDash val="solid"/>
              <a:headEnd type="none" w="med" len="med"/>
              <a:tailEnd type="none" w="med" len="med"/>
            </a:ln>
          </p:spPr>
        </p:sp>
        <p:sp>
          <p:nvSpPr>
            <p:cNvPr id="27663" name="Line 14"/>
            <p:cNvSpPr/>
            <p:nvPr/>
          </p:nvSpPr>
          <p:spPr>
            <a:xfrm>
              <a:off x="24" y="847"/>
              <a:ext cx="2443" cy="0"/>
            </a:xfrm>
            <a:prstGeom prst="line">
              <a:avLst/>
            </a:prstGeom>
            <a:ln w="12700" cap="flat" cmpd="sng">
              <a:solidFill>
                <a:srgbClr val="FF6600"/>
              </a:solidFill>
              <a:prstDash val="solid"/>
              <a:headEnd type="none" w="med" len="med"/>
              <a:tailEnd type="none" w="med" len="med"/>
            </a:ln>
          </p:spPr>
        </p:sp>
        <p:sp>
          <p:nvSpPr>
            <p:cNvPr id="27664" name="Line 15"/>
            <p:cNvSpPr/>
            <p:nvPr/>
          </p:nvSpPr>
          <p:spPr>
            <a:xfrm>
              <a:off x="24" y="1041"/>
              <a:ext cx="2443" cy="0"/>
            </a:xfrm>
            <a:prstGeom prst="line">
              <a:avLst/>
            </a:prstGeom>
            <a:ln w="12700" cap="flat" cmpd="sng">
              <a:solidFill>
                <a:srgbClr val="FF6600"/>
              </a:solidFill>
              <a:prstDash val="solid"/>
              <a:headEnd type="none" w="med" len="med"/>
              <a:tailEnd type="none" w="med" len="med"/>
            </a:ln>
          </p:spPr>
        </p:sp>
        <p:sp>
          <p:nvSpPr>
            <p:cNvPr id="27665" name="Line 16"/>
            <p:cNvSpPr/>
            <p:nvPr/>
          </p:nvSpPr>
          <p:spPr>
            <a:xfrm>
              <a:off x="0" y="1259"/>
              <a:ext cx="2443" cy="0"/>
            </a:xfrm>
            <a:prstGeom prst="line">
              <a:avLst/>
            </a:prstGeom>
            <a:ln w="12700" cap="flat" cmpd="sng">
              <a:solidFill>
                <a:srgbClr val="FF6600"/>
              </a:solidFill>
              <a:prstDash val="solid"/>
              <a:headEnd type="none" w="med" len="med"/>
              <a:tailEnd type="none" w="med" len="med"/>
            </a:ln>
          </p:spPr>
        </p:sp>
        <p:sp>
          <p:nvSpPr>
            <p:cNvPr id="27666" name="Line 17"/>
            <p:cNvSpPr/>
            <p:nvPr/>
          </p:nvSpPr>
          <p:spPr>
            <a:xfrm>
              <a:off x="0" y="1453"/>
              <a:ext cx="2443" cy="0"/>
            </a:xfrm>
            <a:prstGeom prst="line">
              <a:avLst/>
            </a:prstGeom>
            <a:ln w="12700" cap="flat" cmpd="sng">
              <a:solidFill>
                <a:srgbClr val="FF6600"/>
              </a:solidFill>
              <a:prstDash val="solid"/>
              <a:headEnd type="none" w="med" len="med"/>
              <a:tailEnd type="none" w="med" len="med"/>
            </a:ln>
          </p:spPr>
        </p:sp>
        <p:sp>
          <p:nvSpPr>
            <p:cNvPr id="27667" name="Line 18"/>
            <p:cNvSpPr/>
            <p:nvPr/>
          </p:nvSpPr>
          <p:spPr>
            <a:xfrm>
              <a:off x="0" y="1646"/>
              <a:ext cx="2443" cy="0"/>
            </a:xfrm>
            <a:prstGeom prst="line">
              <a:avLst/>
            </a:prstGeom>
            <a:ln w="12700" cap="flat" cmpd="sng">
              <a:solidFill>
                <a:srgbClr val="FF6600"/>
              </a:solidFill>
              <a:prstDash val="solid"/>
              <a:headEnd type="none" w="med" len="med"/>
              <a:tailEnd type="none" w="med" len="med"/>
            </a:ln>
          </p:spPr>
        </p:sp>
      </p:grpSp>
      <p:grpSp>
        <p:nvGrpSpPr>
          <p:cNvPr id="232" name="组合 231"/>
          <p:cNvGrpSpPr/>
          <p:nvPr/>
        </p:nvGrpSpPr>
        <p:grpSpPr>
          <a:xfrm>
            <a:off x="76835" y="3648710"/>
            <a:ext cx="3336290" cy="3417570"/>
            <a:chOff x="7443" y="2498"/>
            <a:chExt cx="5254" cy="5382"/>
          </a:xfrm>
        </p:grpSpPr>
        <p:sp>
          <p:nvSpPr>
            <p:cNvPr id="233" name="AutoShape 8"/>
            <p:cNvSpPr>
              <a:spLocks noChangeAspect="1" noTextEdit="1"/>
            </p:cNvSpPr>
            <p:nvPr/>
          </p:nvSpPr>
          <p:spPr>
            <a:xfrm>
              <a:off x="7443" y="2498"/>
              <a:ext cx="5255" cy="5320"/>
            </a:xfrm>
            <a:prstGeom prst="rect">
              <a:avLst/>
            </a:prstGeom>
            <a:noFill/>
            <a:ln w="9525">
              <a:noFill/>
            </a:ln>
          </p:spPr>
          <p:txBody>
            <a:bodyPr/>
            <a:p>
              <a:endParaRPr lang="zh-CN" altLang="en-US"/>
            </a:p>
          </p:txBody>
        </p:sp>
        <p:sp>
          <p:nvSpPr>
            <p:cNvPr id="234" name="Rectangle 9"/>
            <p:cNvSpPr/>
            <p:nvPr/>
          </p:nvSpPr>
          <p:spPr>
            <a:xfrm>
              <a:off x="7443" y="2498"/>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grpSp>
          <p:nvGrpSpPr>
            <p:cNvPr id="235" name="Group 10"/>
            <p:cNvGrpSpPr/>
            <p:nvPr/>
          </p:nvGrpSpPr>
          <p:grpSpPr>
            <a:xfrm>
              <a:off x="7713" y="2768"/>
              <a:ext cx="4710" cy="4812"/>
              <a:chOff x="0" y="0"/>
              <a:chExt cx="1884" cy="1925"/>
            </a:xfrm>
          </p:grpSpPr>
          <p:sp>
            <p:nvSpPr>
              <p:cNvPr id="236" name="Rectangle 11"/>
              <p:cNvSpPr/>
              <p:nvPr/>
            </p:nvSpPr>
            <p:spPr>
              <a:xfrm>
                <a:off x="0" y="0"/>
                <a:ext cx="1884" cy="1925"/>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237" name="Rectangle 12"/>
              <p:cNvSpPr/>
              <p:nvPr/>
            </p:nvSpPr>
            <p:spPr>
              <a:xfrm>
                <a:off x="0" y="0"/>
                <a:ext cx="1884" cy="1925"/>
              </a:xfrm>
              <a:prstGeom prst="rect">
                <a:avLst/>
              </a:prstGeom>
              <a:noFill/>
              <a:ln w="30163" cap="rnd"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grpSp>
        <p:sp>
          <p:nvSpPr>
            <p:cNvPr id="238" name="Rectangle 13"/>
            <p:cNvSpPr/>
            <p:nvPr/>
          </p:nvSpPr>
          <p:spPr>
            <a:xfrm>
              <a:off x="8890" y="2843"/>
              <a:ext cx="163"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239" name="Rectangle 14"/>
            <p:cNvSpPr/>
            <p:nvPr/>
          </p:nvSpPr>
          <p:spPr>
            <a:xfrm>
              <a:off x="9460" y="2843"/>
              <a:ext cx="165"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240" name="Rectangle 15"/>
            <p:cNvSpPr/>
            <p:nvPr/>
          </p:nvSpPr>
          <p:spPr>
            <a:xfrm>
              <a:off x="10523" y="2843"/>
              <a:ext cx="162"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241" name="Rectangle 16"/>
            <p:cNvSpPr/>
            <p:nvPr/>
          </p:nvSpPr>
          <p:spPr>
            <a:xfrm>
              <a:off x="11013" y="2843"/>
              <a:ext cx="162"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242" name="Rectangle 17"/>
            <p:cNvSpPr/>
            <p:nvPr/>
          </p:nvSpPr>
          <p:spPr>
            <a:xfrm>
              <a:off x="11585" y="2843"/>
              <a:ext cx="163"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243" name="Rectangle 18"/>
            <p:cNvSpPr/>
            <p:nvPr/>
          </p:nvSpPr>
          <p:spPr>
            <a:xfrm>
              <a:off x="12075" y="2843"/>
              <a:ext cx="163"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244" name="Rectangle 19"/>
            <p:cNvSpPr/>
            <p:nvPr/>
          </p:nvSpPr>
          <p:spPr>
            <a:xfrm>
              <a:off x="7748" y="2845"/>
              <a:ext cx="11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5    3    </a:t>
              </a:r>
              <a:endParaRPr lang="en-US" altLang="zh-CN" sz="2400" dirty="0">
                <a:ea typeface="宋体" panose="02010600030101010101" pitchFamily="2" charset="-122"/>
              </a:endParaRPr>
            </a:p>
          </p:txBody>
        </p:sp>
        <p:sp>
          <p:nvSpPr>
            <p:cNvPr id="245" name="Rectangle 20"/>
            <p:cNvSpPr/>
            <p:nvPr/>
          </p:nvSpPr>
          <p:spPr>
            <a:xfrm>
              <a:off x="8890" y="284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4</a:t>
              </a:r>
              <a:endParaRPr lang="en-US" altLang="zh-CN" sz="2400" dirty="0">
                <a:ea typeface="宋体" panose="02010600030101010101" pitchFamily="2" charset="-122"/>
              </a:endParaRPr>
            </a:p>
          </p:txBody>
        </p:sp>
        <p:sp>
          <p:nvSpPr>
            <p:cNvPr id="246" name="Rectangle 21"/>
            <p:cNvSpPr/>
            <p:nvPr/>
          </p:nvSpPr>
          <p:spPr>
            <a:xfrm>
              <a:off x="9053" y="2845"/>
              <a:ext cx="40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247" name="Rectangle 22"/>
            <p:cNvSpPr/>
            <p:nvPr/>
          </p:nvSpPr>
          <p:spPr>
            <a:xfrm>
              <a:off x="9460" y="284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6</a:t>
              </a:r>
              <a:endParaRPr lang="en-US" altLang="zh-CN" sz="2400" dirty="0">
                <a:ea typeface="宋体" panose="02010600030101010101" pitchFamily="2" charset="-122"/>
              </a:endParaRPr>
            </a:p>
          </p:txBody>
        </p:sp>
        <p:sp>
          <p:nvSpPr>
            <p:cNvPr id="248" name="Rectangle 23"/>
            <p:cNvSpPr/>
            <p:nvPr/>
          </p:nvSpPr>
          <p:spPr>
            <a:xfrm>
              <a:off x="9625" y="2845"/>
              <a:ext cx="8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7     </a:t>
              </a:r>
              <a:endParaRPr lang="en-US" altLang="zh-CN" sz="2400" dirty="0">
                <a:ea typeface="宋体" panose="02010600030101010101" pitchFamily="2" charset="-122"/>
              </a:endParaRPr>
            </a:p>
          </p:txBody>
        </p:sp>
        <p:sp>
          <p:nvSpPr>
            <p:cNvPr id="249" name="Rectangle 24"/>
            <p:cNvSpPr/>
            <p:nvPr/>
          </p:nvSpPr>
          <p:spPr>
            <a:xfrm>
              <a:off x="10523" y="284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8</a:t>
              </a:r>
              <a:endParaRPr lang="en-US" altLang="zh-CN" sz="2400" dirty="0">
                <a:ea typeface="宋体" panose="02010600030101010101" pitchFamily="2" charset="-122"/>
              </a:endParaRPr>
            </a:p>
          </p:txBody>
        </p:sp>
        <p:sp>
          <p:nvSpPr>
            <p:cNvPr id="250" name="Rectangle 25"/>
            <p:cNvSpPr/>
            <p:nvPr/>
          </p:nvSpPr>
          <p:spPr>
            <a:xfrm>
              <a:off x="10685" y="2845"/>
              <a:ext cx="24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251" name="Rectangle 26"/>
            <p:cNvSpPr/>
            <p:nvPr/>
          </p:nvSpPr>
          <p:spPr>
            <a:xfrm>
              <a:off x="10930" y="2845"/>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252" name="Rectangle 27"/>
            <p:cNvSpPr/>
            <p:nvPr/>
          </p:nvSpPr>
          <p:spPr>
            <a:xfrm>
              <a:off x="11013" y="284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9</a:t>
              </a:r>
              <a:endParaRPr lang="en-US" altLang="zh-CN" sz="2400" dirty="0">
                <a:ea typeface="宋体" panose="02010600030101010101" pitchFamily="2" charset="-122"/>
              </a:endParaRPr>
            </a:p>
          </p:txBody>
        </p:sp>
        <p:sp>
          <p:nvSpPr>
            <p:cNvPr id="253" name="Rectangle 28"/>
            <p:cNvSpPr/>
            <p:nvPr/>
          </p:nvSpPr>
          <p:spPr>
            <a:xfrm>
              <a:off x="11175" y="2845"/>
              <a:ext cx="40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254" name="Rectangle 29"/>
            <p:cNvSpPr/>
            <p:nvPr/>
          </p:nvSpPr>
          <p:spPr>
            <a:xfrm>
              <a:off x="11585" y="284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1</a:t>
              </a:r>
              <a:endParaRPr lang="en-US" altLang="zh-CN" sz="2400" dirty="0">
                <a:ea typeface="宋体" panose="02010600030101010101" pitchFamily="2" charset="-122"/>
              </a:endParaRPr>
            </a:p>
          </p:txBody>
        </p:sp>
        <p:sp>
          <p:nvSpPr>
            <p:cNvPr id="255" name="Rectangle 30"/>
            <p:cNvSpPr/>
            <p:nvPr/>
          </p:nvSpPr>
          <p:spPr>
            <a:xfrm>
              <a:off x="11748" y="2845"/>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256" name="Rectangle 31"/>
            <p:cNvSpPr/>
            <p:nvPr/>
          </p:nvSpPr>
          <p:spPr>
            <a:xfrm>
              <a:off x="12075" y="284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2</a:t>
              </a:r>
              <a:endParaRPr lang="en-US" altLang="zh-CN" sz="2400" dirty="0">
                <a:ea typeface="宋体" panose="02010600030101010101" pitchFamily="2" charset="-122"/>
              </a:endParaRPr>
            </a:p>
          </p:txBody>
        </p:sp>
        <p:sp>
          <p:nvSpPr>
            <p:cNvPr id="257" name="Rectangle 32"/>
            <p:cNvSpPr/>
            <p:nvPr/>
          </p:nvSpPr>
          <p:spPr>
            <a:xfrm>
              <a:off x="12238" y="2845"/>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258" name="Rectangle 33"/>
            <p:cNvSpPr/>
            <p:nvPr/>
          </p:nvSpPr>
          <p:spPr>
            <a:xfrm>
              <a:off x="8400" y="3355"/>
              <a:ext cx="163" cy="373"/>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259" name="Rectangle 34"/>
            <p:cNvSpPr/>
            <p:nvPr/>
          </p:nvSpPr>
          <p:spPr>
            <a:xfrm>
              <a:off x="8890" y="3355"/>
              <a:ext cx="163" cy="373"/>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260" name="Rectangle 35"/>
            <p:cNvSpPr/>
            <p:nvPr/>
          </p:nvSpPr>
          <p:spPr>
            <a:xfrm>
              <a:off x="11013" y="3355"/>
              <a:ext cx="162" cy="373"/>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261" name="Rectangle 36"/>
            <p:cNvSpPr/>
            <p:nvPr/>
          </p:nvSpPr>
          <p:spPr>
            <a:xfrm>
              <a:off x="11503" y="3355"/>
              <a:ext cx="162" cy="373"/>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262" name="Rectangle 37"/>
            <p:cNvSpPr/>
            <p:nvPr/>
          </p:nvSpPr>
          <p:spPr>
            <a:xfrm>
              <a:off x="12075" y="3355"/>
              <a:ext cx="163" cy="373"/>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263" name="Rectangle 38"/>
            <p:cNvSpPr/>
            <p:nvPr/>
          </p:nvSpPr>
          <p:spPr>
            <a:xfrm>
              <a:off x="7748" y="3358"/>
              <a:ext cx="64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6    </a:t>
              </a:r>
              <a:endParaRPr lang="en-US" altLang="zh-CN" sz="2400" dirty="0">
                <a:ea typeface="宋体" panose="02010600030101010101" pitchFamily="2" charset="-122"/>
              </a:endParaRPr>
            </a:p>
          </p:txBody>
        </p:sp>
        <p:sp>
          <p:nvSpPr>
            <p:cNvPr id="264" name="Rectangle 39"/>
            <p:cNvSpPr/>
            <p:nvPr/>
          </p:nvSpPr>
          <p:spPr>
            <a:xfrm>
              <a:off x="8400" y="335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7</a:t>
              </a:r>
              <a:endParaRPr lang="en-US" altLang="zh-CN" sz="2400" dirty="0">
                <a:ea typeface="宋体" panose="02010600030101010101" pitchFamily="2" charset="-122"/>
              </a:endParaRPr>
            </a:p>
          </p:txBody>
        </p:sp>
        <p:sp>
          <p:nvSpPr>
            <p:cNvPr id="265" name="Rectangle 40"/>
            <p:cNvSpPr/>
            <p:nvPr/>
          </p:nvSpPr>
          <p:spPr>
            <a:xfrm>
              <a:off x="8563" y="3358"/>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266" name="Rectangle 41"/>
            <p:cNvSpPr/>
            <p:nvPr/>
          </p:nvSpPr>
          <p:spPr>
            <a:xfrm>
              <a:off x="8890" y="335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2</a:t>
              </a:r>
              <a:endParaRPr lang="en-US" altLang="zh-CN" sz="2400" dirty="0">
                <a:ea typeface="宋体" panose="02010600030101010101" pitchFamily="2" charset="-122"/>
              </a:endParaRPr>
            </a:p>
          </p:txBody>
        </p:sp>
        <p:sp>
          <p:nvSpPr>
            <p:cNvPr id="267" name="Rectangle 42"/>
            <p:cNvSpPr/>
            <p:nvPr/>
          </p:nvSpPr>
          <p:spPr>
            <a:xfrm>
              <a:off x="9053" y="3358"/>
              <a:ext cx="184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1    9     5   </a:t>
              </a:r>
              <a:endParaRPr lang="en-US" altLang="zh-CN" sz="2400" dirty="0">
                <a:ea typeface="宋体" panose="02010600030101010101" pitchFamily="2" charset="-122"/>
              </a:endParaRPr>
            </a:p>
          </p:txBody>
        </p:sp>
        <p:sp>
          <p:nvSpPr>
            <p:cNvPr id="268" name="Rectangle 43"/>
            <p:cNvSpPr/>
            <p:nvPr/>
          </p:nvSpPr>
          <p:spPr>
            <a:xfrm>
              <a:off x="10930" y="3358"/>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269" name="Rectangle 44"/>
            <p:cNvSpPr/>
            <p:nvPr/>
          </p:nvSpPr>
          <p:spPr>
            <a:xfrm>
              <a:off x="11013" y="335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3</a:t>
              </a:r>
              <a:endParaRPr lang="en-US" altLang="zh-CN" sz="2400" dirty="0">
                <a:ea typeface="宋体" panose="02010600030101010101" pitchFamily="2" charset="-122"/>
              </a:endParaRPr>
            </a:p>
          </p:txBody>
        </p:sp>
        <p:sp>
          <p:nvSpPr>
            <p:cNvPr id="270" name="Rectangle 45"/>
            <p:cNvSpPr/>
            <p:nvPr/>
          </p:nvSpPr>
          <p:spPr>
            <a:xfrm>
              <a:off x="11175" y="3358"/>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271" name="Rectangle 46"/>
            <p:cNvSpPr/>
            <p:nvPr/>
          </p:nvSpPr>
          <p:spPr>
            <a:xfrm>
              <a:off x="11503" y="335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4</a:t>
              </a:r>
              <a:endParaRPr lang="en-US" altLang="zh-CN" sz="2400" dirty="0">
                <a:ea typeface="宋体" panose="02010600030101010101" pitchFamily="2" charset="-122"/>
              </a:endParaRPr>
            </a:p>
          </p:txBody>
        </p:sp>
        <p:sp>
          <p:nvSpPr>
            <p:cNvPr id="272" name="Rectangle 47"/>
            <p:cNvSpPr/>
            <p:nvPr/>
          </p:nvSpPr>
          <p:spPr>
            <a:xfrm>
              <a:off x="11665" y="3358"/>
              <a:ext cx="40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273" name="Rectangle 48"/>
            <p:cNvSpPr/>
            <p:nvPr/>
          </p:nvSpPr>
          <p:spPr>
            <a:xfrm>
              <a:off x="12075" y="335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8</a:t>
              </a:r>
              <a:endParaRPr lang="en-US" altLang="zh-CN" sz="2400" dirty="0">
                <a:ea typeface="宋体" panose="02010600030101010101" pitchFamily="2" charset="-122"/>
              </a:endParaRPr>
            </a:p>
          </p:txBody>
        </p:sp>
        <p:sp>
          <p:nvSpPr>
            <p:cNvPr id="274" name="Rectangle 49"/>
            <p:cNvSpPr/>
            <p:nvPr/>
          </p:nvSpPr>
          <p:spPr>
            <a:xfrm>
              <a:off x="12238" y="3358"/>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275" name="Rectangle 50"/>
            <p:cNvSpPr/>
            <p:nvPr/>
          </p:nvSpPr>
          <p:spPr>
            <a:xfrm>
              <a:off x="7910" y="3865"/>
              <a:ext cx="163"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276" name="Rectangle 51"/>
            <p:cNvSpPr/>
            <p:nvPr/>
          </p:nvSpPr>
          <p:spPr>
            <a:xfrm>
              <a:off x="9460" y="3865"/>
              <a:ext cx="165"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277" name="Rectangle 52"/>
            <p:cNvSpPr/>
            <p:nvPr/>
          </p:nvSpPr>
          <p:spPr>
            <a:xfrm>
              <a:off x="9950" y="3865"/>
              <a:ext cx="165"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278" name="Rectangle 53"/>
            <p:cNvSpPr/>
            <p:nvPr/>
          </p:nvSpPr>
          <p:spPr>
            <a:xfrm>
              <a:off x="10523" y="3865"/>
              <a:ext cx="162"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279" name="Rectangle 54"/>
            <p:cNvSpPr/>
            <p:nvPr/>
          </p:nvSpPr>
          <p:spPr>
            <a:xfrm>
              <a:off x="11013" y="3865"/>
              <a:ext cx="162"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280" name="Rectangle 55"/>
            <p:cNvSpPr/>
            <p:nvPr/>
          </p:nvSpPr>
          <p:spPr>
            <a:xfrm>
              <a:off x="12075" y="3865"/>
              <a:ext cx="163"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281" name="Rectangle 56"/>
            <p:cNvSpPr/>
            <p:nvPr/>
          </p:nvSpPr>
          <p:spPr>
            <a:xfrm>
              <a:off x="7748" y="3865"/>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282" name="Rectangle 57"/>
            <p:cNvSpPr/>
            <p:nvPr/>
          </p:nvSpPr>
          <p:spPr>
            <a:xfrm>
              <a:off x="7828" y="3865"/>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283" name="Rectangle 58"/>
            <p:cNvSpPr/>
            <p:nvPr/>
          </p:nvSpPr>
          <p:spPr>
            <a:xfrm>
              <a:off x="7910" y="386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1</a:t>
              </a:r>
              <a:endParaRPr lang="en-US" altLang="zh-CN" sz="2400" dirty="0">
                <a:ea typeface="宋体" panose="02010600030101010101" pitchFamily="2" charset="-122"/>
              </a:endParaRPr>
            </a:p>
          </p:txBody>
        </p:sp>
        <p:sp>
          <p:nvSpPr>
            <p:cNvPr id="284" name="Rectangle 59"/>
            <p:cNvSpPr/>
            <p:nvPr/>
          </p:nvSpPr>
          <p:spPr>
            <a:xfrm>
              <a:off x="8073" y="3865"/>
              <a:ext cx="13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9    8     </a:t>
              </a:r>
              <a:endParaRPr lang="en-US" altLang="zh-CN" sz="2400" dirty="0">
                <a:ea typeface="宋体" panose="02010600030101010101" pitchFamily="2" charset="-122"/>
              </a:endParaRPr>
            </a:p>
          </p:txBody>
        </p:sp>
        <p:sp>
          <p:nvSpPr>
            <p:cNvPr id="285" name="Rectangle 60"/>
            <p:cNvSpPr/>
            <p:nvPr/>
          </p:nvSpPr>
          <p:spPr>
            <a:xfrm>
              <a:off x="9460" y="386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3</a:t>
              </a:r>
              <a:endParaRPr lang="en-US" altLang="zh-CN" sz="2400" dirty="0">
                <a:ea typeface="宋体" panose="02010600030101010101" pitchFamily="2" charset="-122"/>
              </a:endParaRPr>
            </a:p>
          </p:txBody>
        </p:sp>
        <p:sp>
          <p:nvSpPr>
            <p:cNvPr id="286" name="Rectangle 61"/>
            <p:cNvSpPr/>
            <p:nvPr/>
          </p:nvSpPr>
          <p:spPr>
            <a:xfrm>
              <a:off x="9625" y="3865"/>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287" name="Rectangle 62"/>
            <p:cNvSpPr/>
            <p:nvPr/>
          </p:nvSpPr>
          <p:spPr>
            <a:xfrm>
              <a:off x="9950" y="386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4</a:t>
              </a:r>
              <a:endParaRPr lang="en-US" altLang="zh-CN" sz="2400" dirty="0">
                <a:ea typeface="宋体" panose="02010600030101010101" pitchFamily="2" charset="-122"/>
              </a:endParaRPr>
            </a:p>
          </p:txBody>
        </p:sp>
        <p:sp>
          <p:nvSpPr>
            <p:cNvPr id="288" name="Rectangle 63"/>
            <p:cNvSpPr/>
            <p:nvPr/>
          </p:nvSpPr>
          <p:spPr>
            <a:xfrm>
              <a:off x="10115" y="3865"/>
              <a:ext cx="40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289" name="Rectangle 64"/>
            <p:cNvSpPr/>
            <p:nvPr/>
          </p:nvSpPr>
          <p:spPr>
            <a:xfrm>
              <a:off x="10523" y="386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2</a:t>
              </a:r>
              <a:endParaRPr lang="en-US" altLang="zh-CN" sz="2400" dirty="0">
                <a:ea typeface="宋体" panose="02010600030101010101" pitchFamily="2" charset="-122"/>
              </a:endParaRPr>
            </a:p>
          </p:txBody>
        </p:sp>
        <p:sp>
          <p:nvSpPr>
            <p:cNvPr id="290" name="Rectangle 65"/>
            <p:cNvSpPr/>
            <p:nvPr/>
          </p:nvSpPr>
          <p:spPr>
            <a:xfrm>
              <a:off x="10685" y="3865"/>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291" name="Rectangle 66"/>
            <p:cNvSpPr/>
            <p:nvPr/>
          </p:nvSpPr>
          <p:spPr>
            <a:xfrm>
              <a:off x="11013" y="386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5</a:t>
              </a:r>
              <a:endParaRPr lang="en-US" altLang="zh-CN" sz="2400" dirty="0">
                <a:ea typeface="宋体" panose="02010600030101010101" pitchFamily="2" charset="-122"/>
              </a:endParaRPr>
            </a:p>
          </p:txBody>
        </p:sp>
        <p:sp>
          <p:nvSpPr>
            <p:cNvPr id="292" name="Rectangle 67"/>
            <p:cNvSpPr/>
            <p:nvPr/>
          </p:nvSpPr>
          <p:spPr>
            <a:xfrm>
              <a:off x="11175" y="3865"/>
              <a:ext cx="8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6     </a:t>
              </a:r>
              <a:endParaRPr lang="en-US" altLang="zh-CN" sz="2400" dirty="0">
                <a:ea typeface="宋体" panose="02010600030101010101" pitchFamily="2" charset="-122"/>
              </a:endParaRPr>
            </a:p>
          </p:txBody>
        </p:sp>
        <p:sp>
          <p:nvSpPr>
            <p:cNvPr id="293" name="Rectangle 68"/>
            <p:cNvSpPr/>
            <p:nvPr/>
          </p:nvSpPr>
          <p:spPr>
            <a:xfrm>
              <a:off x="12075" y="386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7</a:t>
              </a:r>
              <a:endParaRPr lang="en-US" altLang="zh-CN" sz="2400" dirty="0">
                <a:ea typeface="宋体" panose="02010600030101010101" pitchFamily="2" charset="-122"/>
              </a:endParaRPr>
            </a:p>
          </p:txBody>
        </p:sp>
        <p:sp>
          <p:nvSpPr>
            <p:cNvPr id="294" name="Rectangle 69"/>
            <p:cNvSpPr/>
            <p:nvPr/>
          </p:nvSpPr>
          <p:spPr>
            <a:xfrm>
              <a:off x="12238" y="3865"/>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295" name="Rectangle 70"/>
            <p:cNvSpPr/>
            <p:nvPr/>
          </p:nvSpPr>
          <p:spPr>
            <a:xfrm>
              <a:off x="8400" y="4403"/>
              <a:ext cx="163"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296" name="Rectangle 71"/>
            <p:cNvSpPr/>
            <p:nvPr/>
          </p:nvSpPr>
          <p:spPr>
            <a:xfrm>
              <a:off x="8890" y="4403"/>
              <a:ext cx="163"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297" name="Rectangle 72"/>
            <p:cNvSpPr/>
            <p:nvPr/>
          </p:nvSpPr>
          <p:spPr>
            <a:xfrm>
              <a:off x="9460" y="4403"/>
              <a:ext cx="165"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298" name="Rectangle 73"/>
            <p:cNvSpPr/>
            <p:nvPr/>
          </p:nvSpPr>
          <p:spPr>
            <a:xfrm>
              <a:off x="10523" y="4403"/>
              <a:ext cx="162"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299" name="Rectangle 74"/>
            <p:cNvSpPr/>
            <p:nvPr/>
          </p:nvSpPr>
          <p:spPr>
            <a:xfrm>
              <a:off x="11013" y="4403"/>
              <a:ext cx="162"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00" name="Rectangle 75"/>
            <p:cNvSpPr/>
            <p:nvPr/>
          </p:nvSpPr>
          <p:spPr>
            <a:xfrm>
              <a:off x="11503" y="4403"/>
              <a:ext cx="162"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01" name="Rectangle 76"/>
            <p:cNvSpPr/>
            <p:nvPr/>
          </p:nvSpPr>
          <p:spPr>
            <a:xfrm>
              <a:off x="7748" y="4405"/>
              <a:ext cx="64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8    </a:t>
              </a:r>
              <a:endParaRPr lang="en-US" altLang="zh-CN" sz="2400" dirty="0">
                <a:ea typeface="宋体" panose="02010600030101010101" pitchFamily="2" charset="-122"/>
              </a:endParaRPr>
            </a:p>
          </p:txBody>
        </p:sp>
        <p:sp>
          <p:nvSpPr>
            <p:cNvPr id="302" name="Rectangle 77"/>
            <p:cNvSpPr/>
            <p:nvPr/>
          </p:nvSpPr>
          <p:spPr>
            <a:xfrm>
              <a:off x="8400" y="440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5</a:t>
              </a:r>
              <a:endParaRPr lang="en-US" altLang="zh-CN" sz="2400" dirty="0">
                <a:ea typeface="宋体" panose="02010600030101010101" pitchFamily="2" charset="-122"/>
              </a:endParaRPr>
            </a:p>
          </p:txBody>
        </p:sp>
        <p:sp>
          <p:nvSpPr>
            <p:cNvPr id="303" name="Rectangle 78"/>
            <p:cNvSpPr/>
            <p:nvPr/>
          </p:nvSpPr>
          <p:spPr>
            <a:xfrm>
              <a:off x="8563" y="4405"/>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04" name="Rectangle 79"/>
            <p:cNvSpPr/>
            <p:nvPr/>
          </p:nvSpPr>
          <p:spPr>
            <a:xfrm>
              <a:off x="8890" y="440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9</a:t>
              </a:r>
              <a:endParaRPr lang="en-US" altLang="zh-CN" sz="2400" dirty="0">
                <a:ea typeface="宋体" panose="02010600030101010101" pitchFamily="2" charset="-122"/>
              </a:endParaRPr>
            </a:p>
          </p:txBody>
        </p:sp>
        <p:sp>
          <p:nvSpPr>
            <p:cNvPr id="305" name="Rectangle 80"/>
            <p:cNvSpPr/>
            <p:nvPr/>
          </p:nvSpPr>
          <p:spPr>
            <a:xfrm>
              <a:off x="9053" y="4405"/>
              <a:ext cx="40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06" name="Rectangle 81"/>
            <p:cNvSpPr/>
            <p:nvPr/>
          </p:nvSpPr>
          <p:spPr>
            <a:xfrm>
              <a:off x="9460" y="440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7</a:t>
              </a:r>
              <a:endParaRPr lang="en-US" altLang="zh-CN" sz="2400" dirty="0">
                <a:ea typeface="宋体" panose="02010600030101010101" pitchFamily="2" charset="-122"/>
              </a:endParaRPr>
            </a:p>
          </p:txBody>
        </p:sp>
        <p:sp>
          <p:nvSpPr>
            <p:cNvPr id="307" name="Rectangle 82"/>
            <p:cNvSpPr/>
            <p:nvPr/>
          </p:nvSpPr>
          <p:spPr>
            <a:xfrm>
              <a:off x="9625" y="4405"/>
              <a:ext cx="80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6    </a:t>
              </a:r>
              <a:endParaRPr lang="en-US" altLang="zh-CN" sz="2400" dirty="0">
                <a:ea typeface="宋体" panose="02010600030101010101" pitchFamily="2" charset="-122"/>
              </a:endParaRPr>
            </a:p>
          </p:txBody>
        </p:sp>
        <p:sp>
          <p:nvSpPr>
            <p:cNvPr id="308" name="Rectangle 83"/>
            <p:cNvSpPr/>
            <p:nvPr/>
          </p:nvSpPr>
          <p:spPr>
            <a:xfrm>
              <a:off x="10440" y="4405"/>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09" name="Rectangle 84"/>
            <p:cNvSpPr/>
            <p:nvPr/>
          </p:nvSpPr>
          <p:spPr>
            <a:xfrm>
              <a:off x="10523" y="440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1</a:t>
              </a:r>
              <a:endParaRPr lang="en-US" altLang="zh-CN" sz="2400" dirty="0">
                <a:ea typeface="宋体" panose="02010600030101010101" pitchFamily="2" charset="-122"/>
              </a:endParaRPr>
            </a:p>
          </p:txBody>
        </p:sp>
        <p:sp>
          <p:nvSpPr>
            <p:cNvPr id="310" name="Rectangle 85"/>
            <p:cNvSpPr/>
            <p:nvPr/>
          </p:nvSpPr>
          <p:spPr>
            <a:xfrm>
              <a:off x="10685" y="4405"/>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11" name="Rectangle 86"/>
            <p:cNvSpPr/>
            <p:nvPr/>
          </p:nvSpPr>
          <p:spPr>
            <a:xfrm>
              <a:off x="11013" y="440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4</a:t>
              </a:r>
              <a:endParaRPr lang="en-US" altLang="zh-CN" sz="2400" dirty="0">
                <a:ea typeface="宋体" panose="02010600030101010101" pitchFamily="2" charset="-122"/>
              </a:endParaRPr>
            </a:p>
          </p:txBody>
        </p:sp>
        <p:sp>
          <p:nvSpPr>
            <p:cNvPr id="312" name="Rectangle 87"/>
            <p:cNvSpPr/>
            <p:nvPr/>
          </p:nvSpPr>
          <p:spPr>
            <a:xfrm>
              <a:off x="11175" y="4405"/>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13" name="Rectangle 88"/>
            <p:cNvSpPr/>
            <p:nvPr/>
          </p:nvSpPr>
          <p:spPr>
            <a:xfrm>
              <a:off x="11503" y="440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2</a:t>
              </a:r>
              <a:endParaRPr lang="en-US" altLang="zh-CN" sz="2400" dirty="0">
                <a:ea typeface="宋体" panose="02010600030101010101" pitchFamily="2" charset="-122"/>
              </a:endParaRPr>
            </a:p>
          </p:txBody>
        </p:sp>
        <p:sp>
          <p:nvSpPr>
            <p:cNvPr id="314" name="Rectangle 89"/>
            <p:cNvSpPr/>
            <p:nvPr/>
          </p:nvSpPr>
          <p:spPr>
            <a:xfrm>
              <a:off x="11665" y="4405"/>
              <a:ext cx="5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3</a:t>
              </a:r>
              <a:endParaRPr lang="en-US" altLang="zh-CN" sz="2400" dirty="0">
                <a:ea typeface="宋体" panose="02010600030101010101" pitchFamily="2" charset="-122"/>
              </a:endParaRPr>
            </a:p>
          </p:txBody>
        </p:sp>
        <p:sp>
          <p:nvSpPr>
            <p:cNvPr id="315" name="Rectangle 90"/>
            <p:cNvSpPr/>
            <p:nvPr/>
          </p:nvSpPr>
          <p:spPr>
            <a:xfrm>
              <a:off x="12238" y="4405"/>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16" name="Rectangle 91"/>
            <p:cNvSpPr/>
            <p:nvPr/>
          </p:nvSpPr>
          <p:spPr>
            <a:xfrm>
              <a:off x="8400" y="4968"/>
              <a:ext cx="163"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17" name="Rectangle 92"/>
            <p:cNvSpPr/>
            <p:nvPr/>
          </p:nvSpPr>
          <p:spPr>
            <a:xfrm>
              <a:off x="8890" y="4968"/>
              <a:ext cx="163"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18" name="Rectangle 93"/>
            <p:cNvSpPr/>
            <p:nvPr/>
          </p:nvSpPr>
          <p:spPr>
            <a:xfrm>
              <a:off x="9950" y="4968"/>
              <a:ext cx="165"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19" name="Rectangle 94"/>
            <p:cNvSpPr/>
            <p:nvPr/>
          </p:nvSpPr>
          <p:spPr>
            <a:xfrm>
              <a:off x="11013" y="4968"/>
              <a:ext cx="162"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20" name="Rectangle 95"/>
            <p:cNvSpPr/>
            <p:nvPr/>
          </p:nvSpPr>
          <p:spPr>
            <a:xfrm>
              <a:off x="11503" y="4968"/>
              <a:ext cx="162"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21" name="Rectangle 96"/>
            <p:cNvSpPr/>
            <p:nvPr/>
          </p:nvSpPr>
          <p:spPr>
            <a:xfrm>
              <a:off x="7748" y="4973"/>
              <a:ext cx="64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4    </a:t>
              </a:r>
              <a:endParaRPr lang="en-US" altLang="zh-CN" sz="2400" dirty="0">
                <a:ea typeface="宋体" panose="02010600030101010101" pitchFamily="2" charset="-122"/>
              </a:endParaRPr>
            </a:p>
          </p:txBody>
        </p:sp>
        <p:sp>
          <p:nvSpPr>
            <p:cNvPr id="322" name="Rectangle 97"/>
            <p:cNvSpPr/>
            <p:nvPr/>
          </p:nvSpPr>
          <p:spPr>
            <a:xfrm>
              <a:off x="8400" y="497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2</a:t>
              </a:r>
              <a:endParaRPr lang="en-US" altLang="zh-CN" sz="2400" dirty="0">
                <a:ea typeface="宋体" panose="02010600030101010101" pitchFamily="2" charset="-122"/>
              </a:endParaRPr>
            </a:p>
          </p:txBody>
        </p:sp>
        <p:sp>
          <p:nvSpPr>
            <p:cNvPr id="323" name="Rectangle 98"/>
            <p:cNvSpPr/>
            <p:nvPr/>
          </p:nvSpPr>
          <p:spPr>
            <a:xfrm>
              <a:off x="8563" y="4973"/>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24" name="Rectangle 99"/>
            <p:cNvSpPr/>
            <p:nvPr/>
          </p:nvSpPr>
          <p:spPr>
            <a:xfrm>
              <a:off x="8890" y="497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6</a:t>
              </a:r>
              <a:endParaRPr lang="en-US" altLang="zh-CN" sz="2400" dirty="0">
                <a:ea typeface="宋体" panose="02010600030101010101" pitchFamily="2" charset="-122"/>
              </a:endParaRPr>
            </a:p>
          </p:txBody>
        </p:sp>
        <p:sp>
          <p:nvSpPr>
            <p:cNvPr id="325" name="Rectangle 100"/>
            <p:cNvSpPr/>
            <p:nvPr/>
          </p:nvSpPr>
          <p:spPr>
            <a:xfrm>
              <a:off x="9053" y="4973"/>
              <a:ext cx="8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8    </a:t>
              </a:r>
              <a:endParaRPr lang="en-US" altLang="zh-CN" sz="2400" dirty="0">
                <a:ea typeface="宋体" panose="02010600030101010101" pitchFamily="2" charset="-122"/>
              </a:endParaRPr>
            </a:p>
          </p:txBody>
        </p:sp>
        <p:sp>
          <p:nvSpPr>
            <p:cNvPr id="326" name="Rectangle 101"/>
            <p:cNvSpPr/>
            <p:nvPr/>
          </p:nvSpPr>
          <p:spPr>
            <a:xfrm>
              <a:off x="9950" y="497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5</a:t>
              </a:r>
              <a:endParaRPr lang="en-US" altLang="zh-CN" sz="2400" dirty="0">
                <a:ea typeface="宋体" panose="02010600030101010101" pitchFamily="2" charset="-122"/>
              </a:endParaRPr>
            </a:p>
          </p:txBody>
        </p:sp>
        <p:sp>
          <p:nvSpPr>
            <p:cNvPr id="327" name="Rectangle 102"/>
            <p:cNvSpPr/>
            <p:nvPr/>
          </p:nvSpPr>
          <p:spPr>
            <a:xfrm>
              <a:off x="10115" y="4973"/>
              <a:ext cx="8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3    </a:t>
              </a:r>
              <a:endParaRPr lang="en-US" altLang="zh-CN" sz="2400" dirty="0">
                <a:ea typeface="宋体" panose="02010600030101010101" pitchFamily="2" charset="-122"/>
              </a:endParaRPr>
            </a:p>
          </p:txBody>
        </p:sp>
        <p:sp>
          <p:nvSpPr>
            <p:cNvPr id="328" name="Rectangle 103"/>
            <p:cNvSpPr/>
            <p:nvPr/>
          </p:nvSpPr>
          <p:spPr>
            <a:xfrm>
              <a:off x="11013" y="497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7</a:t>
              </a:r>
              <a:endParaRPr lang="en-US" altLang="zh-CN" sz="2400" dirty="0">
                <a:ea typeface="宋体" panose="02010600030101010101" pitchFamily="2" charset="-122"/>
              </a:endParaRPr>
            </a:p>
          </p:txBody>
        </p:sp>
        <p:sp>
          <p:nvSpPr>
            <p:cNvPr id="329" name="Rectangle 104"/>
            <p:cNvSpPr/>
            <p:nvPr/>
          </p:nvSpPr>
          <p:spPr>
            <a:xfrm>
              <a:off x="11175" y="4973"/>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30" name="Rectangle 105"/>
            <p:cNvSpPr/>
            <p:nvPr/>
          </p:nvSpPr>
          <p:spPr>
            <a:xfrm>
              <a:off x="11503" y="497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9</a:t>
              </a:r>
              <a:endParaRPr lang="en-US" altLang="zh-CN" sz="2400" dirty="0">
                <a:ea typeface="宋体" panose="02010600030101010101" pitchFamily="2" charset="-122"/>
              </a:endParaRPr>
            </a:p>
          </p:txBody>
        </p:sp>
        <p:sp>
          <p:nvSpPr>
            <p:cNvPr id="331" name="Rectangle 106"/>
            <p:cNvSpPr/>
            <p:nvPr/>
          </p:nvSpPr>
          <p:spPr>
            <a:xfrm>
              <a:off x="11665" y="4973"/>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32" name="Rectangle 107"/>
            <p:cNvSpPr/>
            <p:nvPr/>
          </p:nvSpPr>
          <p:spPr>
            <a:xfrm>
              <a:off x="11748" y="4973"/>
              <a:ext cx="4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1</a:t>
              </a:r>
              <a:endParaRPr lang="en-US" altLang="zh-CN" sz="2400" dirty="0">
                <a:ea typeface="宋体" panose="02010600030101010101" pitchFamily="2" charset="-122"/>
              </a:endParaRPr>
            </a:p>
          </p:txBody>
        </p:sp>
        <p:sp>
          <p:nvSpPr>
            <p:cNvPr id="333" name="Rectangle 108"/>
            <p:cNvSpPr/>
            <p:nvPr/>
          </p:nvSpPr>
          <p:spPr>
            <a:xfrm>
              <a:off x="12238" y="4973"/>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34" name="Rectangle 109"/>
            <p:cNvSpPr/>
            <p:nvPr/>
          </p:nvSpPr>
          <p:spPr>
            <a:xfrm>
              <a:off x="8400" y="5533"/>
              <a:ext cx="163" cy="377"/>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35" name="Rectangle 110"/>
            <p:cNvSpPr/>
            <p:nvPr/>
          </p:nvSpPr>
          <p:spPr>
            <a:xfrm>
              <a:off x="8890" y="5533"/>
              <a:ext cx="163" cy="377"/>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36" name="Rectangle 111"/>
            <p:cNvSpPr/>
            <p:nvPr/>
          </p:nvSpPr>
          <p:spPr>
            <a:xfrm>
              <a:off x="9460" y="5533"/>
              <a:ext cx="165" cy="377"/>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37" name="Rectangle 112"/>
            <p:cNvSpPr/>
            <p:nvPr/>
          </p:nvSpPr>
          <p:spPr>
            <a:xfrm>
              <a:off x="10523" y="5533"/>
              <a:ext cx="162" cy="377"/>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38" name="Rectangle 113"/>
            <p:cNvSpPr/>
            <p:nvPr/>
          </p:nvSpPr>
          <p:spPr>
            <a:xfrm>
              <a:off x="11013" y="5533"/>
              <a:ext cx="162" cy="377"/>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39" name="Rectangle 114"/>
            <p:cNvSpPr/>
            <p:nvPr/>
          </p:nvSpPr>
          <p:spPr>
            <a:xfrm>
              <a:off x="11503" y="5533"/>
              <a:ext cx="162" cy="377"/>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40" name="Rectangle 115"/>
            <p:cNvSpPr/>
            <p:nvPr/>
          </p:nvSpPr>
          <p:spPr>
            <a:xfrm>
              <a:off x="7748" y="5535"/>
              <a:ext cx="64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7    </a:t>
              </a:r>
              <a:endParaRPr lang="en-US" altLang="zh-CN" sz="2400" dirty="0">
                <a:ea typeface="宋体" panose="02010600030101010101" pitchFamily="2" charset="-122"/>
              </a:endParaRPr>
            </a:p>
          </p:txBody>
        </p:sp>
        <p:sp>
          <p:nvSpPr>
            <p:cNvPr id="341" name="Rectangle 116"/>
            <p:cNvSpPr/>
            <p:nvPr/>
          </p:nvSpPr>
          <p:spPr>
            <a:xfrm>
              <a:off x="8400" y="553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1</a:t>
              </a:r>
              <a:endParaRPr lang="en-US" altLang="zh-CN" sz="2400" dirty="0">
                <a:ea typeface="宋体" panose="02010600030101010101" pitchFamily="2" charset="-122"/>
              </a:endParaRPr>
            </a:p>
          </p:txBody>
        </p:sp>
        <p:sp>
          <p:nvSpPr>
            <p:cNvPr id="342" name="Rectangle 117"/>
            <p:cNvSpPr/>
            <p:nvPr/>
          </p:nvSpPr>
          <p:spPr>
            <a:xfrm>
              <a:off x="8563" y="5535"/>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43" name="Rectangle 118"/>
            <p:cNvSpPr/>
            <p:nvPr/>
          </p:nvSpPr>
          <p:spPr>
            <a:xfrm>
              <a:off x="8890" y="553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3</a:t>
              </a:r>
              <a:endParaRPr lang="en-US" altLang="zh-CN" sz="2400" dirty="0">
                <a:ea typeface="宋体" panose="02010600030101010101" pitchFamily="2" charset="-122"/>
              </a:endParaRPr>
            </a:p>
          </p:txBody>
        </p:sp>
        <p:sp>
          <p:nvSpPr>
            <p:cNvPr id="344" name="Rectangle 119"/>
            <p:cNvSpPr/>
            <p:nvPr/>
          </p:nvSpPr>
          <p:spPr>
            <a:xfrm>
              <a:off x="9053" y="5535"/>
              <a:ext cx="40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45" name="Rectangle 120"/>
            <p:cNvSpPr/>
            <p:nvPr/>
          </p:nvSpPr>
          <p:spPr>
            <a:xfrm>
              <a:off x="9460" y="553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9</a:t>
              </a:r>
              <a:endParaRPr lang="en-US" altLang="zh-CN" sz="2400" dirty="0">
                <a:ea typeface="宋体" panose="02010600030101010101" pitchFamily="2" charset="-122"/>
              </a:endParaRPr>
            </a:p>
          </p:txBody>
        </p:sp>
        <p:sp>
          <p:nvSpPr>
            <p:cNvPr id="346" name="Rectangle 121"/>
            <p:cNvSpPr/>
            <p:nvPr/>
          </p:nvSpPr>
          <p:spPr>
            <a:xfrm>
              <a:off x="9625" y="5535"/>
              <a:ext cx="8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2     </a:t>
              </a:r>
              <a:endParaRPr lang="en-US" altLang="zh-CN" sz="2400" dirty="0">
                <a:ea typeface="宋体" panose="02010600030101010101" pitchFamily="2" charset="-122"/>
              </a:endParaRPr>
            </a:p>
          </p:txBody>
        </p:sp>
        <p:sp>
          <p:nvSpPr>
            <p:cNvPr id="347" name="Rectangle 122"/>
            <p:cNvSpPr/>
            <p:nvPr/>
          </p:nvSpPr>
          <p:spPr>
            <a:xfrm>
              <a:off x="10523" y="553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4</a:t>
              </a:r>
              <a:endParaRPr lang="en-US" altLang="zh-CN" sz="2400" dirty="0">
                <a:ea typeface="宋体" panose="02010600030101010101" pitchFamily="2" charset="-122"/>
              </a:endParaRPr>
            </a:p>
          </p:txBody>
        </p:sp>
        <p:sp>
          <p:nvSpPr>
            <p:cNvPr id="348" name="Rectangle 123"/>
            <p:cNvSpPr/>
            <p:nvPr/>
          </p:nvSpPr>
          <p:spPr>
            <a:xfrm>
              <a:off x="10685" y="5535"/>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49" name="Rectangle 124"/>
            <p:cNvSpPr/>
            <p:nvPr/>
          </p:nvSpPr>
          <p:spPr>
            <a:xfrm>
              <a:off x="11013" y="553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8</a:t>
              </a:r>
              <a:endParaRPr lang="en-US" altLang="zh-CN" sz="2400" dirty="0">
                <a:ea typeface="宋体" panose="02010600030101010101" pitchFamily="2" charset="-122"/>
              </a:endParaRPr>
            </a:p>
          </p:txBody>
        </p:sp>
        <p:sp>
          <p:nvSpPr>
            <p:cNvPr id="350" name="Rectangle 125"/>
            <p:cNvSpPr/>
            <p:nvPr/>
          </p:nvSpPr>
          <p:spPr>
            <a:xfrm>
              <a:off x="11175" y="5535"/>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51" name="Rectangle 126"/>
            <p:cNvSpPr/>
            <p:nvPr/>
          </p:nvSpPr>
          <p:spPr>
            <a:xfrm>
              <a:off x="11503" y="553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5</a:t>
              </a:r>
              <a:endParaRPr lang="en-US" altLang="zh-CN" sz="2400" dirty="0">
                <a:ea typeface="宋体" panose="02010600030101010101" pitchFamily="2" charset="-122"/>
              </a:endParaRPr>
            </a:p>
          </p:txBody>
        </p:sp>
        <p:sp>
          <p:nvSpPr>
            <p:cNvPr id="352" name="Rectangle 127"/>
            <p:cNvSpPr/>
            <p:nvPr/>
          </p:nvSpPr>
          <p:spPr>
            <a:xfrm>
              <a:off x="11665" y="5535"/>
              <a:ext cx="5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6</a:t>
              </a:r>
              <a:endParaRPr lang="en-US" altLang="zh-CN" sz="2400" dirty="0">
                <a:ea typeface="宋体" panose="02010600030101010101" pitchFamily="2" charset="-122"/>
              </a:endParaRPr>
            </a:p>
          </p:txBody>
        </p:sp>
        <p:sp>
          <p:nvSpPr>
            <p:cNvPr id="353" name="Rectangle 128"/>
            <p:cNvSpPr/>
            <p:nvPr/>
          </p:nvSpPr>
          <p:spPr>
            <a:xfrm>
              <a:off x="12238" y="5535"/>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54" name="Rectangle 129"/>
            <p:cNvSpPr/>
            <p:nvPr/>
          </p:nvSpPr>
          <p:spPr>
            <a:xfrm>
              <a:off x="7910" y="6048"/>
              <a:ext cx="163" cy="372"/>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55" name="Rectangle 130"/>
            <p:cNvSpPr/>
            <p:nvPr/>
          </p:nvSpPr>
          <p:spPr>
            <a:xfrm>
              <a:off x="8890" y="6048"/>
              <a:ext cx="163" cy="372"/>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56" name="Rectangle 131"/>
            <p:cNvSpPr/>
            <p:nvPr/>
          </p:nvSpPr>
          <p:spPr>
            <a:xfrm>
              <a:off x="9460" y="6048"/>
              <a:ext cx="165" cy="372"/>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57" name="Rectangle 132"/>
            <p:cNvSpPr/>
            <p:nvPr/>
          </p:nvSpPr>
          <p:spPr>
            <a:xfrm>
              <a:off x="9950" y="6048"/>
              <a:ext cx="165" cy="372"/>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58" name="Rectangle 133"/>
            <p:cNvSpPr/>
            <p:nvPr/>
          </p:nvSpPr>
          <p:spPr>
            <a:xfrm>
              <a:off x="10523" y="6048"/>
              <a:ext cx="162" cy="372"/>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59" name="Rectangle 134"/>
            <p:cNvSpPr/>
            <p:nvPr/>
          </p:nvSpPr>
          <p:spPr>
            <a:xfrm>
              <a:off x="11013" y="6048"/>
              <a:ext cx="162" cy="372"/>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60" name="Rectangle 135"/>
            <p:cNvSpPr/>
            <p:nvPr/>
          </p:nvSpPr>
          <p:spPr>
            <a:xfrm>
              <a:off x="11585" y="6048"/>
              <a:ext cx="163" cy="372"/>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61" name="Rectangle 136"/>
            <p:cNvSpPr/>
            <p:nvPr/>
          </p:nvSpPr>
          <p:spPr>
            <a:xfrm>
              <a:off x="12075" y="6048"/>
              <a:ext cx="163" cy="372"/>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62" name="Rectangle 137"/>
            <p:cNvSpPr/>
            <p:nvPr/>
          </p:nvSpPr>
          <p:spPr>
            <a:xfrm>
              <a:off x="7748" y="604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63" name="Rectangle 138"/>
            <p:cNvSpPr/>
            <p:nvPr/>
          </p:nvSpPr>
          <p:spPr>
            <a:xfrm>
              <a:off x="7910" y="604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9</a:t>
              </a:r>
              <a:endParaRPr lang="en-US" altLang="zh-CN" sz="2400" dirty="0">
                <a:ea typeface="宋体" panose="02010600030101010101" pitchFamily="2" charset="-122"/>
              </a:endParaRPr>
            </a:p>
          </p:txBody>
        </p:sp>
        <p:sp>
          <p:nvSpPr>
            <p:cNvPr id="364" name="Rectangle 139"/>
            <p:cNvSpPr/>
            <p:nvPr/>
          </p:nvSpPr>
          <p:spPr>
            <a:xfrm>
              <a:off x="8073" y="6048"/>
              <a:ext cx="80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6    </a:t>
              </a:r>
              <a:endParaRPr lang="en-US" altLang="zh-CN" sz="2400" dirty="0">
                <a:ea typeface="宋体" panose="02010600030101010101" pitchFamily="2" charset="-122"/>
              </a:endParaRPr>
            </a:p>
          </p:txBody>
        </p:sp>
        <p:sp>
          <p:nvSpPr>
            <p:cNvPr id="365" name="Rectangle 140"/>
            <p:cNvSpPr/>
            <p:nvPr/>
          </p:nvSpPr>
          <p:spPr>
            <a:xfrm>
              <a:off x="8890" y="604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1</a:t>
              </a:r>
              <a:endParaRPr lang="en-US" altLang="zh-CN" sz="2400" dirty="0">
                <a:ea typeface="宋体" panose="02010600030101010101" pitchFamily="2" charset="-122"/>
              </a:endParaRPr>
            </a:p>
          </p:txBody>
        </p:sp>
        <p:sp>
          <p:nvSpPr>
            <p:cNvPr id="366" name="Rectangle 141"/>
            <p:cNvSpPr/>
            <p:nvPr/>
          </p:nvSpPr>
          <p:spPr>
            <a:xfrm>
              <a:off x="9053" y="6048"/>
              <a:ext cx="40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67" name="Rectangle 142"/>
            <p:cNvSpPr/>
            <p:nvPr/>
          </p:nvSpPr>
          <p:spPr>
            <a:xfrm>
              <a:off x="9460" y="604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5</a:t>
              </a:r>
              <a:endParaRPr lang="en-US" altLang="zh-CN" sz="2400" dirty="0">
                <a:ea typeface="宋体" panose="02010600030101010101" pitchFamily="2" charset="-122"/>
              </a:endParaRPr>
            </a:p>
          </p:txBody>
        </p:sp>
        <p:sp>
          <p:nvSpPr>
            <p:cNvPr id="368" name="Rectangle 143"/>
            <p:cNvSpPr/>
            <p:nvPr/>
          </p:nvSpPr>
          <p:spPr>
            <a:xfrm>
              <a:off x="9625" y="6048"/>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69" name="Rectangle 144"/>
            <p:cNvSpPr/>
            <p:nvPr/>
          </p:nvSpPr>
          <p:spPr>
            <a:xfrm>
              <a:off x="9950" y="604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3</a:t>
              </a:r>
              <a:endParaRPr lang="en-US" altLang="zh-CN" sz="2400" dirty="0">
                <a:ea typeface="宋体" panose="02010600030101010101" pitchFamily="2" charset="-122"/>
              </a:endParaRPr>
            </a:p>
          </p:txBody>
        </p:sp>
        <p:sp>
          <p:nvSpPr>
            <p:cNvPr id="370" name="Rectangle 145"/>
            <p:cNvSpPr/>
            <p:nvPr/>
          </p:nvSpPr>
          <p:spPr>
            <a:xfrm>
              <a:off x="10115" y="6048"/>
              <a:ext cx="40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71" name="Rectangle 146"/>
            <p:cNvSpPr/>
            <p:nvPr/>
          </p:nvSpPr>
          <p:spPr>
            <a:xfrm>
              <a:off x="10523" y="604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7</a:t>
              </a:r>
              <a:endParaRPr lang="en-US" altLang="zh-CN" sz="2400" dirty="0">
                <a:ea typeface="宋体" panose="02010600030101010101" pitchFamily="2" charset="-122"/>
              </a:endParaRPr>
            </a:p>
          </p:txBody>
        </p:sp>
        <p:sp>
          <p:nvSpPr>
            <p:cNvPr id="372" name="Rectangle 147"/>
            <p:cNvSpPr/>
            <p:nvPr/>
          </p:nvSpPr>
          <p:spPr>
            <a:xfrm>
              <a:off x="10685" y="6048"/>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73" name="Rectangle 148"/>
            <p:cNvSpPr/>
            <p:nvPr/>
          </p:nvSpPr>
          <p:spPr>
            <a:xfrm>
              <a:off x="11013" y="604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2</a:t>
              </a:r>
              <a:endParaRPr lang="en-US" altLang="zh-CN" sz="2400" dirty="0">
                <a:ea typeface="宋体" panose="02010600030101010101" pitchFamily="2" charset="-122"/>
              </a:endParaRPr>
            </a:p>
          </p:txBody>
        </p:sp>
        <p:sp>
          <p:nvSpPr>
            <p:cNvPr id="374" name="Rectangle 149"/>
            <p:cNvSpPr/>
            <p:nvPr/>
          </p:nvSpPr>
          <p:spPr>
            <a:xfrm>
              <a:off x="11175" y="6048"/>
              <a:ext cx="40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75" name="Rectangle 150"/>
            <p:cNvSpPr/>
            <p:nvPr/>
          </p:nvSpPr>
          <p:spPr>
            <a:xfrm>
              <a:off x="11585" y="604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8</a:t>
              </a:r>
              <a:endParaRPr lang="en-US" altLang="zh-CN" sz="2400" dirty="0">
                <a:ea typeface="宋体" panose="02010600030101010101" pitchFamily="2" charset="-122"/>
              </a:endParaRPr>
            </a:p>
          </p:txBody>
        </p:sp>
        <p:sp>
          <p:nvSpPr>
            <p:cNvPr id="376" name="Rectangle 151"/>
            <p:cNvSpPr/>
            <p:nvPr/>
          </p:nvSpPr>
          <p:spPr>
            <a:xfrm>
              <a:off x="11748" y="6048"/>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77" name="Rectangle 152"/>
            <p:cNvSpPr/>
            <p:nvPr/>
          </p:nvSpPr>
          <p:spPr>
            <a:xfrm>
              <a:off x="12075" y="604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4</a:t>
              </a:r>
              <a:endParaRPr lang="en-US" altLang="zh-CN" sz="2400" dirty="0">
                <a:ea typeface="宋体" panose="02010600030101010101" pitchFamily="2" charset="-122"/>
              </a:endParaRPr>
            </a:p>
          </p:txBody>
        </p:sp>
        <p:sp>
          <p:nvSpPr>
            <p:cNvPr id="378" name="Rectangle 153"/>
            <p:cNvSpPr/>
            <p:nvPr/>
          </p:nvSpPr>
          <p:spPr>
            <a:xfrm>
              <a:off x="12238" y="6048"/>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79" name="Rectangle 154"/>
            <p:cNvSpPr/>
            <p:nvPr/>
          </p:nvSpPr>
          <p:spPr>
            <a:xfrm>
              <a:off x="7910" y="6583"/>
              <a:ext cx="163"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80" name="Rectangle 155"/>
            <p:cNvSpPr/>
            <p:nvPr/>
          </p:nvSpPr>
          <p:spPr>
            <a:xfrm>
              <a:off x="8400" y="6583"/>
              <a:ext cx="163"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81" name="Rectangle 156"/>
            <p:cNvSpPr/>
            <p:nvPr/>
          </p:nvSpPr>
          <p:spPr>
            <a:xfrm>
              <a:off x="8890" y="6583"/>
              <a:ext cx="163"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82" name="Rectangle 157"/>
            <p:cNvSpPr/>
            <p:nvPr/>
          </p:nvSpPr>
          <p:spPr>
            <a:xfrm>
              <a:off x="11013" y="6583"/>
              <a:ext cx="162"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83" name="Rectangle 158"/>
            <p:cNvSpPr/>
            <p:nvPr/>
          </p:nvSpPr>
          <p:spPr>
            <a:xfrm>
              <a:off x="11585" y="6583"/>
              <a:ext cx="163"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84" name="Rectangle 159"/>
            <p:cNvSpPr/>
            <p:nvPr/>
          </p:nvSpPr>
          <p:spPr>
            <a:xfrm>
              <a:off x="7748" y="658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85" name="Rectangle 160"/>
            <p:cNvSpPr/>
            <p:nvPr/>
          </p:nvSpPr>
          <p:spPr>
            <a:xfrm>
              <a:off x="7910" y="658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2</a:t>
              </a:r>
              <a:endParaRPr lang="en-US" altLang="zh-CN" sz="2400" dirty="0">
                <a:ea typeface="宋体" panose="02010600030101010101" pitchFamily="2" charset="-122"/>
              </a:endParaRPr>
            </a:p>
          </p:txBody>
        </p:sp>
        <p:sp>
          <p:nvSpPr>
            <p:cNvPr id="386" name="Rectangle 161"/>
            <p:cNvSpPr/>
            <p:nvPr/>
          </p:nvSpPr>
          <p:spPr>
            <a:xfrm>
              <a:off x="8073" y="6583"/>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87" name="Rectangle 162"/>
            <p:cNvSpPr/>
            <p:nvPr/>
          </p:nvSpPr>
          <p:spPr>
            <a:xfrm>
              <a:off x="8400" y="658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8</a:t>
              </a:r>
              <a:endParaRPr lang="en-US" altLang="zh-CN" sz="2400" dirty="0">
                <a:ea typeface="宋体" panose="02010600030101010101" pitchFamily="2" charset="-122"/>
              </a:endParaRPr>
            </a:p>
          </p:txBody>
        </p:sp>
        <p:sp>
          <p:nvSpPr>
            <p:cNvPr id="388" name="Rectangle 163"/>
            <p:cNvSpPr/>
            <p:nvPr/>
          </p:nvSpPr>
          <p:spPr>
            <a:xfrm>
              <a:off x="8563" y="6583"/>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89" name="Rectangle 164"/>
            <p:cNvSpPr/>
            <p:nvPr/>
          </p:nvSpPr>
          <p:spPr>
            <a:xfrm>
              <a:off x="8890" y="658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7</a:t>
              </a:r>
              <a:endParaRPr lang="en-US" altLang="zh-CN" sz="2400" dirty="0">
                <a:ea typeface="宋体" panose="02010600030101010101" pitchFamily="2" charset="-122"/>
              </a:endParaRPr>
            </a:p>
          </p:txBody>
        </p:sp>
        <p:sp>
          <p:nvSpPr>
            <p:cNvPr id="390" name="Rectangle 165"/>
            <p:cNvSpPr/>
            <p:nvPr/>
          </p:nvSpPr>
          <p:spPr>
            <a:xfrm>
              <a:off x="9053" y="6583"/>
              <a:ext cx="184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4    1     9   </a:t>
              </a:r>
              <a:endParaRPr lang="en-US" altLang="zh-CN" sz="2400" dirty="0">
                <a:ea typeface="宋体" panose="02010600030101010101" pitchFamily="2" charset="-122"/>
              </a:endParaRPr>
            </a:p>
          </p:txBody>
        </p:sp>
        <p:sp>
          <p:nvSpPr>
            <p:cNvPr id="391" name="Rectangle 166"/>
            <p:cNvSpPr/>
            <p:nvPr/>
          </p:nvSpPr>
          <p:spPr>
            <a:xfrm>
              <a:off x="10930" y="6583"/>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92" name="Rectangle 167"/>
            <p:cNvSpPr/>
            <p:nvPr/>
          </p:nvSpPr>
          <p:spPr>
            <a:xfrm>
              <a:off x="11013" y="658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6</a:t>
              </a:r>
              <a:endParaRPr lang="en-US" altLang="zh-CN" sz="2400" dirty="0">
                <a:ea typeface="宋体" panose="02010600030101010101" pitchFamily="2" charset="-122"/>
              </a:endParaRPr>
            </a:p>
          </p:txBody>
        </p:sp>
        <p:sp>
          <p:nvSpPr>
            <p:cNvPr id="393" name="Rectangle 168"/>
            <p:cNvSpPr/>
            <p:nvPr/>
          </p:nvSpPr>
          <p:spPr>
            <a:xfrm>
              <a:off x="11175" y="6583"/>
              <a:ext cx="40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94" name="Rectangle 169"/>
            <p:cNvSpPr/>
            <p:nvPr/>
          </p:nvSpPr>
          <p:spPr>
            <a:xfrm>
              <a:off x="11585" y="658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3</a:t>
              </a:r>
              <a:endParaRPr lang="en-US" altLang="zh-CN" sz="2400" dirty="0">
                <a:ea typeface="宋体" panose="02010600030101010101" pitchFamily="2" charset="-122"/>
              </a:endParaRPr>
            </a:p>
          </p:txBody>
        </p:sp>
        <p:sp>
          <p:nvSpPr>
            <p:cNvPr id="395" name="Rectangle 170"/>
            <p:cNvSpPr/>
            <p:nvPr/>
          </p:nvSpPr>
          <p:spPr>
            <a:xfrm>
              <a:off x="11748" y="6583"/>
              <a:ext cx="4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5</a:t>
              </a:r>
              <a:endParaRPr lang="en-US" altLang="zh-CN" sz="2400" dirty="0">
                <a:ea typeface="宋体" panose="02010600030101010101" pitchFamily="2" charset="-122"/>
              </a:endParaRPr>
            </a:p>
          </p:txBody>
        </p:sp>
        <p:sp>
          <p:nvSpPr>
            <p:cNvPr id="396" name="Rectangle 171"/>
            <p:cNvSpPr/>
            <p:nvPr/>
          </p:nvSpPr>
          <p:spPr>
            <a:xfrm>
              <a:off x="12238" y="6583"/>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397" name="Rectangle 172"/>
            <p:cNvSpPr/>
            <p:nvPr/>
          </p:nvSpPr>
          <p:spPr>
            <a:xfrm>
              <a:off x="7910" y="7120"/>
              <a:ext cx="163" cy="38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98" name="Rectangle 173"/>
            <p:cNvSpPr/>
            <p:nvPr/>
          </p:nvSpPr>
          <p:spPr>
            <a:xfrm>
              <a:off x="8400" y="7120"/>
              <a:ext cx="163" cy="38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99" name="Rectangle 174"/>
            <p:cNvSpPr/>
            <p:nvPr/>
          </p:nvSpPr>
          <p:spPr>
            <a:xfrm>
              <a:off x="8890" y="7120"/>
              <a:ext cx="163" cy="38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00" name="Rectangle 175"/>
            <p:cNvSpPr/>
            <p:nvPr/>
          </p:nvSpPr>
          <p:spPr>
            <a:xfrm>
              <a:off x="9460" y="7120"/>
              <a:ext cx="165" cy="38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01" name="Rectangle 176"/>
            <p:cNvSpPr/>
            <p:nvPr/>
          </p:nvSpPr>
          <p:spPr>
            <a:xfrm>
              <a:off x="10523" y="7120"/>
              <a:ext cx="162" cy="38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02" name="Rectangle 177"/>
            <p:cNvSpPr/>
            <p:nvPr/>
          </p:nvSpPr>
          <p:spPr>
            <a:xfrm>
              <a:off x="11013" y="7120"/>
              <a:ext cx="162" cy="38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03" name="Rectangle 178"/>
            <p:cNvSpPr/>
            <p:nvPr/>
          </p:nvSpPr>
          <p:spPr>
            <a:xfrm>
              <a:off x="7748" y="713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404" name="Rectangle 179"/>
            <p:cNvSpPr/>
            <p:nvPr/>
          </p:nvSpPr>
          <p:spPr>
            <a:xfrm>
              <a:off x="7910" y="713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3</a:t>
              </a:r>
              <a:endParaRPr lang="en-US" altLang="zh-CN" sz="2400" dirty="0">
                <a:ea typeface="宋体" panose="02010600030101010101" pitchFamily="2" charset="-122"/>
              </a:endParaRPr>
            </a:p>
          </p:txBody>
        </p:sp>
        <p:sp>
          <p:nvSpPr>
            <p:cNvPr id="405" name="Rectangle 180"/>
            <p:cNvSpPr/>
            <p:nvPr/>
          </p:nvSpPr>
          <p:spPr>
            <a:xfrm>
              <a:off x="8073" y="7133"/>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406" name="Rectangle 181"/>
            <p:cNvSpPr/>
            <p:nvPr/>
          </p:nvSpPr>
          <p:spPr>
            <a:xfrm>
              <a:off x="8400" y="713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4</a:t>
              </a:r>
              <a:endParaRPr lang="en-US" altLang="zh-CN" sz="2400" dirty="0">
                <a:ea typeface="宋体" panose="02010600030101010101" pitchFamily="2" charset="-122"/>
              </a:endParaRPr>
            </a:p>
          </p:txBody>
        </p:sp>
        <p:sp>
          <p:nvSpPr>
            <p:cNvPr id="407" name="Rectangle 182"/>
            <p:cNvSpPr/>
            <p:nvPr/>
          </p:nvSpPr>
          <p:spPr>
            <a:xfrm>
              <a:off x="8563" y="7133"/>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408" name="Rectangle 183"/>
            <p:cNvSpPr/>
            <p:nvPr/>
          </p:nvSpPr>
          <p:spPr>
            <a:xfrm>
              <a:off x="8890" y="713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5</a:t>
              </a:r>
              <a:endParaRPr lang="en-US" altLang="zh-CN" sz="2400" dirty="0">
                <a:ea typeface="宋体" panose="02010600030101010101" pitchFamily="2" charset="-122"/>
              </a:endParaRPr>
            </a:p>
          </p:txBody>
        </p:sp>
        <p:sp>
          <p:nvSpPr>
            <p:cNvPr id="409" name="Rectangle 184"/>
            <p:cNvSpPr/>
            <p:nvPr/>
          </p:nvSpPr>
          <p:spPr>
            <a:xfrm>
              <a:off x="9053" y="7133"/>
              <a:ext cx="40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410" name="Rectangle 185"/>
            <p:cNvSpPr/>
            <p:nvPr/>
          </p:nvSpPr>
          <p:spPr>
            <a:xfrm>
              <a:off x="9460" y="713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2</a:t>
              </a:r>
              <a:endParaRPr lang="en-US" altLang="zh-CN" sz="2400" dirty="0">
                <a:ea typeface="宋体" panose="02010600030101010101" pitchFamily="2" charset="-122"/>
              </a:endParaRPr>
            </a:p>
          </p:txBody>
        </p:sp>
        <p:sp>
          <p:nvSpPr>
            <p:cNvPr id="411" name="Rectangle 186"/>
            <p:cNvSpPr/>
            <p:nvPr/>
          </p:nvSpPr>
          <p:spPr>
            <a:xfrm>
              <a:off x="9625" y="7133"/>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412" name="Rectangle 187"/>
            <p:cNvSpPr/>
            <p:nvPr/>
          </p:nvSpPr>
          <p:spPr>
            <a:xfrm>
              <a:off x="9950" y="7133"/>
              <a:ext cx="5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dirty="0">
                  <a:solidFill>
                    <a:srgbClr val="000000"/>
                  </a:solidFill>
                  <a:ea typeface="宋体" panose="02010600030101010101" pitchFamily="2" charset="-122"/>
                </a:rPr>
                <a:t>8     </a:t>
              </a:r>
              <a:endParaRPr lang="en-US" altLang="zh-CN" sz="2400" dirty="0">
                <a:ea typeface="宋体" panose="02010600030101010101" pitchFamily="2" charset="-122"/>
              </a:endParaRPr>
            </a:p>
          </p:txBody>
        </p:sp>
        <p:sp>
          <p:nvSpPr>
            <p:cNvPr id="413" name="Rectangle 188"/>
            <p:cNvSpPr/>
            <p:nvPr/>
          </p:nvSpPr>
          <p:spPr>
            <a:xfrm>
              <a:off x="10523" y="713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6</a:t>
              </a:r>
              <a:endParaRPr lang="en-US" altLang="zh-CN" sz="2400" dirty="0">
                <a:ea typeface="宋体" panose="02010600030101010101" pitchFamily="2" charset="-122"/>
              </a:endParaRPr>
            </a:p>
          </p:txBody>
        </p:sp>
        <p:sp>
          <p:nvSpPr>
            <p:cNvPr id="414" name="Rectangle 189"/>
            <p:cNvSpPr/>
            <p:nvPr/>
          </p:nvSpPr>
          <p:spPr>
            <a:xfrm>
              <a:off x="10685" y="7133"/>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415" name="Rectangle 190"/>
            <p:cNvSpPr/>
            <p:nvPr/>
          </p:nvSpPr>
          <p:spPr>
            <a:xfrm>
              <a:off x="11013" y="713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1</a:t>
              </a:r>
              <a:endParaRPr lang="en-US" altLang="zh-CN" sz="2400" dirty="0">
                <a:ea typeface="宋体" panose="02010600030101010101" pitchFamily="2" charset="-122"/>
              </a:endParaRPr>
            </a:p>
          </p:txBody>
        </p:sp>
        <p:sp>
          <p:nvSpPr>
            <p:cNvPr id="416" name="Rectangle 191"/>
            <p:cNvSpPr/>
            <p:nvPr/>
          </p:nvSpPr>
          <p:spPr>
            <a:xfrm>
              <a:off x="11175" y="7133"/>
              <a:ext cx="104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7    9</a:t>
              </a:r>
              <a:endParaRPr lang="en-US" altLang="zh-CN" sz="2400" dirty="0">
                <a:ea typeface="宋体" panose="02010600030101010101" pitchFamily="2" charset="-122"/>
              </a:endParaRPr>
            </a:p>
          </p:txBody>
        </p:sp>
        <p:sp>
          <p:nvSpPr>
            <p:cNvPr id="417" name="Rectangle 192"/>
            <p:cNvSpPr/>
            <p:nvPr/>
          </p:nvSpPr>
          <p:spPr>
            <a:xfrm>
              <a:off x="12238" y="7133"/>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418" name="Line 193"/>
            <p:cNvSpPr/>
            <p:nvPr/>
          </p:nvSpPr>
          <p:spPr>
            <a:xfrm>
              <a:off x="8203" y="2768"/>
              <a:ext cx="2" cy="4785"/>
            </a:xfrm>
            <a:prstGeom prst="line">
              <a:avLst/>
            </a:prstGeom>
            <a:ln w="12700" cap="rnd" cmpd="sng">
              <a:solidFill>
                <a:srgbClr val="000000"/>
              </a:solidFill>
              <a:prstDash val="solid"/>
              <a:headEnd type="none" w="med" len="med"/>
              <a:tailEnd type="none" w="med" len="med"/>
            </a:ln>
          </p:spPr>
        </p:sp>
        <p:sp>
          <p:nvSpPr>
            <p:cNvPr id="419" name="Line 194"/>
            <p:cNvSpPr/>
            <p:nvPr/>
          </p:nvSpPr>
          <p:spPr>
            <a:xfrm>
              <a:off x="8720" y="2768"/>
              <a:ext cx="3" cy="4785"/>
            </a:xfrm>
            <a:prstGeom prst="line">
              <a:avLst/>
            </a:prstGeom>
            <a:ln w="12700" cap="rnd" cmpd="sng">
              <a:solidFill>
                <a:srgbClr val="000000"/>
              </a:solidFill>
              <a:prstDash val="solid"/>
              <a:headEnd type="none" w="med" len="med"/>
              <a:tailEnd type="none" w="med" len="med"/>
            </a:ln>
          </p:spPr>
        </p:sp>
        <p:sp>
          <p:nvSpPr>
            <p:cNvPr id="420" name="Line 195"/>
            <p:cNvSpPr/>
            <p:nvPr/>
          </p:nvSpPr>
          <p:spPr>
            <a:xfrm>
              <a:off x="9265" y="2768"/>
              <a:ext cx="3" cy="4785"/>
            </a:xfrm>
            <a:prstGeom prst="line">
              <a:avLst/>
            </a:prstGeom>
            <a:ln w="30163" cap="flat" cmpd="sng">
              <a:solidFill>
                <a:srgbClr val="000000"/>
              </a:solidFill>
              <a:prstDash val="solid"/>
              <a:headEnd type="none" w="med" len="med"/>
              <a:tailEnd type="none" w="med" len="med"/>
            </a:ln>
          </p:spPr>
        </p:sp>
        <p:sp>
          <p:nvSpPr>
            <p:cNvPr id="421" name="Line 196"/>
            <p:cNvSpPr/>
            <p:nvPr/>
          </p:nvSpPr>
          <p:spPr>
            <a:xfrm flipH="1">
              <a:off x="9728" y="2768"/>
              <a:ext cx="27" cy="4785"/>
            </a:xfrm>
            <a:prstGeom prst="line">
              <a:avLst/>
            </a:prstGeom>
            <a:ln w="12700" cap="rnd" cmpd="sng">
              <a:solidFill>
                <a:srgbClr val="000000"/>
              </a:solidFill>
              <a:prstDash val="solid"/>
              <a:headEnd type="none" w="med" len="med"/>
              <a:tailEnd type="none" w="med" len="med"/>
            </a:ln>
          </p:spPr>
        </p:sp>
        <p:sp>
          <p:nvSpPr>
            <p:cNvPr id="422" name="Line 197"/>
            <p:cNvSpPr/>
            <p:nvPr/>
          </p:nvSpPr>
          <p:spPr>
            <a:xfrm>
              <a:off x="10300" y="2768"/>
              <a:ext cx="3" cy="4080"/>
            </a:xfrm>
            <a:prstGeom prst="line">
              <a:avLst/>
            </a:prstGeom>
            <a:ln w="12700" cap="rnd" cmpd="sng">
              <a:solidFill>
                <a:srgbClr val="000000"/>
              </a:solidFill>
              <a:prstDash val="solid"/>
              <a:headEnd type="none" w="med" len="med"/>
              <a:tailEnd type="none" w="med" len="med"/>
            </a:ln>
          </p:spPr>
        </p:sp>
        <p:sp>
          <p:nvSpPr>
            <p:cNvPr id="423" name="Line 198"/>
            <p:cNvSpPr/>
            <p:nvPr/>
          </p:nvSpPr>
          <p:spPr>
            <a:xfrm>
              <a:off x="10300" y="2768"/>
              <a:ext cx="3" cy="4785"/>
            </a:xfrm>
            <a:prstGeom prst="line">
              <a:avLst/>
            </a:prstGeom>
            <a:ln w="12700" cap="rnd" cmpd="sng">
              <a:solidFill>
                <a:srgbClr val="000000"/>
              </a:solidFill>
              <a:prstDash val="solid"/>
              <a:headEnd type="none" w="med" len="med"/>
              <a:tailEnd type="none" w="med" len="med"/>
            </a:ln>
          </p:spPr>
        </p:sp>
        <p:sp>
          <p:nvSpPr>
            <p:cNvPr id="424" name="Line 199"/>
            <p:cNvSpPr/>
            <p:nvPr/>
          </p:nvSpPr>
          <p:spPr>
            <a:xfrm>
              <a:off x="10815" y="2768"/>
              <a:ext cx="3" cy="4080"/>
            </a:xfrm>
            <a:prstGeom prst="line">
              <a:avLst/>
            </a:prstGeom>
            <a:ln w="12700" cap="rnd" cmpd="sng">
              <a:solidFill>
                <a:srgbClr val="000000"/>
              </a:solidFill>
              <a:prstDash val="solid"/>
              <a:headEnd type="none" w="med" len="med"/>
              <a:tailEnd type="none" w="med" len="med"/>
            </a:ln>
          </p:spPr>
        </p:sp>
        <p:sp>
          <p:nvSpPr>
            <p:cNvPr id="425" name="Line 200"/>
            <p:cNvSpPr/>
            <p:nvPr/>
          </p:nvSpPr>
          <p:spPr>
            <a:xfrm>
              <a:off x="11360" y="2768"/>
              <a:ext cx="3" cy="4080"/>
            </a:xfrm>
            <a:prstGeom prst="line">
              <a:avLst/>
            </a:prstGeom>
            <a:ln w="12700" cap="rnd" cmpd="sng">
              <a:solidFill>
                <a:srgbClr val="000000"/>
              </a:solidFill>
              <a:prstDash val="solid"/>
              <a:headEnd type="none" w="med" len="med"/>
              <a:tailEnd type="none" w="med" len="med"/>
            </a:ln>
          </p:spPr>
        </p:sp>
        <p:sp>
          <p:nvSpPr>
            <p:cNvPr id="426" name="Line 201"/>
            <p:cNvSpPr/>
            <p:nvPr/>
          </p:nvSpPr>
          <p:spPr>
            <a:xfrm>
              <a:off x="11360" y="2768"/>
              <a:ext cx="3" cy="4812"/>
            </a:xfrm>
            <a:prstGeom prst="line">
              <a:avLst/>
            </a:prstGeom>
            <a:ln w="12700" cap="rnd" cmpd="sng">
              <a:solidFill>
                <a:srgbClr val="000000"/>
              </a:solidFill>
              <a:prstDash val="solid"/>
              <a:headEnd type="none" w="med" len="med"/>
              <a:tailEnd type="none" w="med" len="med"/>
            </a:ln>
          </p:spPr>
        </p:sp>
        <p:sp>
          <p:nvSpPr>
            <p:cNvPr id="427" name="Line 202"/>
            <p:cNvSpPr/>
            <p:nvPr/>
          </p:nvSpPr>
          <p:spPr>
            <a:xfrm>
              <a:off x="11878" y="2768"/>
              <a:ext cx="2" cy="4785"/>
            </a:xfrm>
            <a:prstGeom prst="line">
              <a:avLst/>
            </a:prstGeom>
            <a:ln w="12700" cap="rnd" cmpd="sng">
              <a:solidFill>
                <a:srgbClr val="000000"/>
              </a:solidFill>
              <a:prstDash val="solid"/>
              <a:headEnd type="none" w="med" len="med"/>
              <a:tailEnd type="none" w="med" len="med"/>
            </a:ln>
          </p:spPr>
        </p:sp>
        <p:sp>
          <p:nvSpPr>
            <p:cNvPr id="428" name="Line 203"/>
            <p:cNvSpPr/>
            <p:nvPr/>
          </p:nvSpPr>
          <p:spPr>
            <a:xfrm>
              <a:off x="12423" y="2768"/>
              <a:ext cx="2" cy="4080"/>
            </a:xfrm>
            <a:prstGeom prst="line">
              <a:avLst/>
            </a:prstGeom>
            <a:ln w="12700" cap="rnd" cmpd="sng">
              <a:solidFill>
                <a:srgbClr val="000000"/>
              </a:solidFill>
              <a:prstDash val="solid"/>
              <a:headEnd type="none" w="med" len="med"/>
              <a:tailEnd type="none" w="med" len="med"/>
            </a:ln>
          </p:spPr>
        </p:sp>
        <p:sp>
          <p:nvSpPr>
            <p:cNvPr id="429" name="Line 204"/>
            <p:cNvSpPr/>
            <p:nvPr/>
          </p:nvSpPr>
          <p:spPr>
            <a:xfrm>
              <a:off x="10815" y="2768"/>
              <a:ext cx="3" cy="4812"/>
            </a:xfrm>
            <a:prstGeom prst="line">
              <a:avLst/>
            </a:prstGeom>
            <a:ln w="22225" cap="flat" cmpd="sng">
              <a:solidFill>
                <a:srgbClr val="000000"/>
              </a:solidFill>
              <a:prstDash val="solid"/>
              <a:headEnd type="none" w="med" len="med"/>
              <a:tailEnd type="none" w="med" len="med"/>
            </a:ln>
          </p:spPr>
        </p:sp>
        <p:sp>
          <p:nvSpPr>
            <p:cNvPr id="430" name="Line 205"/>
            <p:cNvSpPr/>
            <p:nvPr/>
          </p:nvSpPr>
          <p:spPr>
            <a:xfrm flipH="1">
              <a:off x="7685" y="3230"/>
              <a:ext cx="4738" cy="3"/>
            </a:xfrm>
            <a:prstGeom prst="line">
              <a:avLst/>
            </a:prstGeom>
            <a:ln w="12700" cap="rnd" cmpd="sng">
              <a:solidFill>
                <a:srgbClr val="000000"/>
              </a:solidFill>
              <a:prstDash val="solid"/>
              <a:headEnd type="none" w="med" len="med"/>
              <a:tailEnd type="none" w="med" len="med"/>
            </a:ln>
          </p:spPr>
        </p:sp>
        <p:sp>
          <p:nvSpPr>
            <p:cNvPr id="431" name="Line 206"/>
            <p:cNvSpPr/>
            <p:nvPr/>
          </p:nvSpPr>
          <p:spPr>
            <a:xfrm flipH="1">
              <a:off x="7685" y="3775"/>
              <a:ext cx="4738" cy="3"/>
            </a:xfrm>
            <a:prstGeom prst="line">
              <a:avLst/>
            </a:prstGeom>
            <a:ln w="12700" cap="rnd" cmpd="sng">
              <a:solidFill>
                <a:srgbClr val="000000"/>
              </a:solidFill>
              <a:prstDash val="solid"/>
              <a:headEnd type="none" w="med" len="med"/>
              <a:tailEnd type="none" w="med" len="med"/>
            </a:ln>
          </p:spPr>
        </p:sp>
        <p:sp>
          <p:nvSpPr>
            <p:cNvPr id="432" name="Line 207"/>
            <p:cNvSpPr/>
            <p:nvPr/>
          </p:nvSpPr>
          <p:spPr>
            <a:xfrm flipH="1">
              <a:off x="7685" y="3775"/>
              <a:ext cx="4738" cy="3"/>
            </a:xfrm>
            <a:prstGeom prst="line">
              <a:avLst/>
            </a:prstGeom>
            <a:ln w="12700" cap="rnd" cmpd="sng">
              <a:solidFill>
                <a:srgbClr val="000000"/>
              </a:solidFill>
              <a:prstDash val="solid"/>
              <a:headEnd type="none" w="med" len="med"/>
              <a:tailEnd type="none" w="med" len="med"/>
            </a:ln>
          </p:spPr>
        </p:sp>
        <p:sp>
          <p:nvSpPr>
            <p:cNvPr id="433" name="Line 208"/>
            <p:cNvSpPr/>
            <p:nvPr/>
          </p:nvSpPr>
          <p:spPr>
            <a:xfrm flipH="1">
              <a:off x="7685" y="4318"/>
              <a:ext cx="4738" cy="2"/>
            </a:xfrm>
            <a:prstGeom prst="line">
              <a:avLst/>
            </a:prstGeom>
            <a:ln w="12700" cap="rnd" cmpd="sng">
              <a:solidFill>
                <a:srgbClr val="000000"/>
              </a:solidFill>
              <a:prstDash val="solid"/>
              <a:headEnd type="none" w="med" len="med"/>
              <a:tailEnd type="none" w="med" len="med"/>
            </a:ln>
          </p:spPr>
        </p:sp>
        <p:sp>
          <p:nvSpPr>
            <p:cNvPr id="434" name="Line 209"/>
            <p:cNvSpPr/>
            <p:nvPr/>
          </p:nvSpPr>
          <p:spPr>
            <a:xfrm flipH="1">
              <a:off x="7685" y="4318"/>
              <a:ext cx="4738" cy="2"/>
            </a:xfrm>
            <a:prstGeom prst="line">
              <a:avLst/>
            </a:prstGeom>
            <a:ln w="30163" cap="flat" cmpd="sng">
              <a:solidFill>
                <a:srgbClr val="000000"/>
              </a:solidFill>
              <a:prstDash val="solid"/>
              <a:headEnd type="none" w="med" len="med"/>
              <a:tailEnd type="none" w="med" len="med"/>
            </a:ln>
          </p:spPr>
        </p:sp>
        <p:sp>
          <p:nvSpPr>
            <p:cNvPr id="435" name="Line 210"/>
            <p:cNvSpPr/>
            <p:nvPr/>
          </p:nvSpPr>
          <p:spPr>
            <a:xfrm flipH="1">
              <a:off x="7685" y="4863"/>
              <a:ext cx="4738" cy="2"/>
            </a:xfrm>
            <a:prstGeom prst="line">
              <a:avLst/>
            </a:prstGeom>
            <a:ln w="12700" cap="rnd" cmpd="sng">
              <a:solidFill>
                <a:srgbClr val="000000"/>
              </a:solidFill>
              <a:prstDash val="solid"/>
              <a:headEnd type="none" w="med" len="med"/>
              <a:tailEnd type="none" w="med" len="med"/>
            </a:ln>
          </p:spPr>
        </p:sp>
        <p:sp>
          <p:nvSpPr>
            <p:cNvPr id="436" name="Line 211"/>
            <p:cNvSpPr/>
            <p:nvPr/>
          </p:nvSpPr>
          <p:spPr>
            <a:xfrm flipH="1">
              <a:off x="7685" y="5405"/>
              <a:ext cx="4738" cy="3"/>
            </a:xfrm>
            <a:prstGeom prst="line">
              <a:avLst/>
            </a:prstGeom>
            <a:ln w="12700" cap="rnd" cmpd="sng">
              <a:solidFill>
                <a:srgbClr val="000000"/>
              </a:solidFill>
              <a:prstDash val="solid"/>
              <a:headEnd type="none" w="med" len="med"/>
              <a:tailEnd type="none" w="med" len="med"/>
            </a:ln>
          </p:spPr>
        </p:sp>
        <p:sp>
          <p:nvSpPr>
            <p:cNvPr id="437" name="Line 212"/>
            <p:cNvSpPr/>
            <p:nvPr/>
          </p:nvSpPr>
          <p:spPr>
            <a:xfrm flipH="1">
              <a:off x="7685" y="5405"/>
              <a:ext cx="4738" cy="3"/>
            </a:xfrm>
            <a:prstGeom prst="line">
              <a:avLst/>
            </a:prstGeom>
            <a:ln w="12700" cap="rnd" cmpd="sng">
              <a:solidFill>
                <a:srgbClr val="000000"/>
              </a:solidFill>
              <a:prstDash val="solid"/>
              <a:headEnd type="none" w="med" len="med"/>
              <a:tailEnd type="none" w="med" len="med"/>
            </a:ln>
          </p:spPr>
        </p:sp>
        <p:sp>
          <p:nvSpPr>
            <p:cNvPr id="438" name="Line 213"/>
            <p:cNvSpPr/>
            <p:nvPr/>
          </p:nvSpPr>
          <p:spPr>
            <a:xfrm flipH="1">
              <a:off x="7685" y="5950"/>
              <a:ext cx="4738" cy="3"/>
            </a:xfrm>
            <a:prstGeom prst="line">
              <a:avLst/>
            </a:prstGeom>
            <a:ln w="30163" cap="flat" cmpd="sng">
              <a:solidFill>
                <a:srgbClr val="000000"/>
              </a:solidFill>
              <a:prstDash val="solid"/>
              <a:headEnd type="none" w="med" len="med"/>
              <a:tailEnd type="none" w="med" len="med"/>
            </a:ln>
          </p:spPr>
        </p:sp>
        <p:sp>
          <p:nvSpPr>
            <p:cNvPr id="439" name="Line 214"/>
            <p:cNvSpPr/>
            <p:nvPr/>
          </p:nvSpPr>
          <p:spPr>
            <a:xfrm flipH="1">
              <a:off x="7685" y="6493"/>
              <a:ext cx="4738" cy="2"/>
            </a:xfrm>
            <a:prstGeom prst="line">
              <a:avLst/>
            </a:prstGeom>
            <a:ln w="12700" cap="rnd" cmpd="sng">
              <a:solidFill>
                <a:srgbClr val="000000"/>
              </a:solidFill>
              <a:prstDash val="solid"/>
              <a:headEnd type="none" w="med" len="med"/>
              <a:tailEnd type="none" w="med" len="med"/>
            </a:ln>
          </p:spPr>
        </p:sp>
        <p:sp>
          <p:nvSpPr>
            <p:cNvPr id="440" name="Line 215"/>
            <p:cNvSpPr/>
            <p:nvPr/>
          </p:nvSpPr>
          <p:spPr>
            <a:xfrm flipH="1">
              <a:off x="7658" y="7038"/>
              <a:ext cx="4737" cy="2"/>
            </a:xfrm>
            <a:prstGeom prst="line">
              <a:avLst/>
            </a:prstGeom>
            <a:ln w="12700" cap="rnd" cmpd="sng">
              <a:solidFill>
                <a:srgbClr val="000000"/>
              </a:solidFill>
              <a:prstDash val="solid"/>
              <a:headEnd type="none" w="med" len="med"/>
              <a:tailEnd type="none" w="med" len="med"/>
            </a:ln>
          </p:spPr>
        </p:sp>
        <p:sp>
          <p:nvSpPr>
            <p:cNvPr id="441" name="Line 216"/>
            <p:cNvSpPr/>
            <p:nvPr/>
          </p:nvSpPr>
          <p:spPr>
            <a:xfrm flipH="1">
              <a:off x="7713" y="7038"/>
              <a:ext cx="4710" cy="2"/>
            </a:xfrm>
            <a:prstGeom prst="line">
              <a:avLst/>
            </a:prstGeom>
            <a:ln w="12700" cap="rnd" cmpd="sng">
              <a:solidFill>
                <a:srgbClr val="000000"/>
              </a:solidFill>
              <a:prstDash val="solid"/>
              <a:headEnd type="none" w="med" len="med"/>
              <a:tailEnd type="none" w="med" len="med"/>
            </a:ln>
          </p:spPr>
        </p:sp>
        <p:sp>
          <p:nvSpPr>
            <p:cNvPr id="442" name="Line 217"/>
            <p:cNvSpPr/>
            <p:nvPr/>
          </p:nvSpPr>
          <p:spPr>
            <a:xfrm flipH="1">
              <a:off x="7658" y="7580"/>
              <a:ext cx="4737" cy="3"/>
            </a:xfrm>
            <a:prstGeom prst="line">
              <a:avLst/>
            </a:prstGeom>
            <a:ln w="12700" cap="rnd" cmpd="sng">
              <a:solidFill>
                <a:srgbClr val="000000"/>
              </a:solidFill>
              <a:prstDash val="solid"/>
              <a:headEnd type="none" w="med" len="med"/>
              <a:tailEnd type="none" w="med" len="med"/>
            </a:ln>
          </p:spPr>
        </p:sp>
        <p:grpSp>
          <p:nvGrpSpPr>
            <p:cNvPr id="443" name="Group 218"/>
            <p:cNvGrpSpPr/>
            <p:nvPr/>
          </p:nvGrpSpPr>
          <p:grpSpPr>
            <a:xfrm>
              <a:off x="7988" y="2498"/>
              <a:ext cx="4172" cy="5382"/>
              <a:chOff x="0" y="0"/>
              <a:chExt cx="1669" cy="2153"/>
            </a:xfrm>
          </p:grpSpPr>
          <p:sp>
            <p:nvSpPr>
              <p:cNvPr id="444" name="Line 219"/>
              <p:cNvSpPr/>
              <p:nvPr/>
            </p:nvSpPr>
            <p:spPr>
              <a:xfrm>
                <a:off x="0" y="0"/>
                <a:ext cx="0" cy="2153"/>
              </a:xfrm>
              <a:prstGeom prst="line">
                <a:avLst/>
              </a:prstGeom>
              <a:ln w="12700" cap="flat" cmpd="sng">
                <a:solidFill>
                  <a:srgbClr val="FF6600"/>
                </a:solidFill>
                <a:prstDash val="solid"/>
                <a:headEnd type="none" w="med" len="med"/>
                <a:tailEnd type="none" w="med" len="med"/>
              </a:ln>
            </p:spPr>
          </p:sp>
          <p:sp>
            <p:nvSpPr>
              <p:cNvPr id="445" name="Line 220"/>
              <p:cNvSpPr/>
              <p:nvPr/>
            </p:nvSpPr>
            <p:spPr>
              <a:xfrm>
                <a:off x="193" y="0"/>
                <a:ext cx="0" cy="2153"/>
              </a:xfrm>
              <a:prstGeom prst="line">
                <a:avLst/>
              </a:prstGeom>
              <a:ln w="12700" cap="flat" cmpd="sng">
                <a:solidFill>
                  <a:srgbClr val="FF6600"/>
                </a:solidFill>
                <a:prstDash val="solid"/>
                <a:headEnd type="none" w="med" len="med"/>
                <a:tailEnd type="none" w="med" len="med"/>
              </a:ln>
            </p:spPr>
          </p:sp>
          <p:sp>
            <p:nvSpPr>
              <p:cNvPr id="446" name="Line 221"/>
              <p:cNvSpPr/>
              <p:nvPr/>
            </p:nvSpPr>
            <p:spPr>
              <a:xfrm>
                <a:off x="411" y="0"/>
                <a:ext cx="0" cy="2153"/>
              </a:xfrm>
              <a:prstGeom prst="line">
                <a:avLst/>
              </a:prstGeom>
              <a:ln w="12700" cap="flat" cmpd="sng">
                <a:solidFill>
                  <a:srgbClr val="FF6600"/>
                </a:solidFill>
                <a:prstDash val="solid"/>
                <a:headEnd type="none" w="med" len="med"/>
                <a:tailEnd type="none" w="med" len="med"/>
              </a:ln>
            </p:spPr>
          </p:sp>
          <p:sp>
            <p:nvSpPr>
              <p:cNvPr id="447" name="Line 222"/>
              <p:cNvSpPr/>
              <p:nvPr/>
            </p:nvSpPr>
            <p:spPr>
              <a:xfrm>
                <a:off x="604" y="0"/>
                <a:ext cx="0" cy="2153"/>
              </a:xfrm>
              <a:prstGeom prst="line">
                <a:avLst/>
              </a:prstGeom>
              <a:ln w="12700" cap="flat" cmpd="sng">
                <a:solidFill>
                  <a:srgbClr val="FF6600"/>
                </a:solidFill>
                <a:prstDash val="solid"/>
                <a:headEnd type="none" w="med" len="med"/>
                <a:tailEnd type="none" w="med" len="med"/>
              </a:ln>
            </p:spPr>
          </p:sp>
          <p:sp>
            <p:nvSpPr>
              <p:cNvPr id="448" name="Line 223"/>
              <p:cNvSpPr/>
              <p:nvPr/>
            </p:nvSpPr>
            <p:spPr>
              <a:xfrm>
                <a:off x="822" y="0"/>
                <a:ext cx="0" cy="2153"/>
              </a:xfrm>
              <a:prstGeom prst="line">
                <a:avLst/>
              </a:prstGeom>
              <a:ln w="12700" cap="flat" cmpd="sng">
                <a:solidFill>
                  <a:srgbClr val="FF6600"/>
                </a:solidFill>
                <a:prstDash val="solid"/>
                <a:headEnd type="none" w="med" len="med"/>
                <a:tailEnd type="none" w="med" len="med"/>
              </a:ln>
            </p:spPr>
          </p:sp>
          <p:sp>
            <p:nvSpPr>
              <p:cNvPr id="449" name="Line 224"/>
              <p:cNvSpPr/>
              <p:nvPr/>
            </p:nvSpPr>
            <p:spPr>
              <a:xfrm>
                <a:off x="1015" y="0"/>
                <a:ext cx="0" cy="2153"/>
              </a:xfrm>
              <a:prstGeom prst="line">
                <a:avLst/>
              </a:prstGeom>
              <a:ln w="12700" cap="flat" cmpd="sng">
                <a:solidFill>
                  <a:srgbClr val="FF6600"/>
                </a:solidFill>
                <a:prstDash val="solid"/>
                <a:headEnd type="none" w="med" len="med"/>
                <a:tailEnd type="none" w="med" len="med"/>
              </a:ln>
            </p:spPr>
          </p:sp>
          <p:sp>
            <p:nvSpPr>
              <p:cNvPr id="450" name="Line 225"/>
              <p:cNvSpPr/>
              <p:nvPr/>
            </p:nvSpPr>
            <p:spPr>
              <a:xfrm>
                <a:off x="1233" y="0"/>
                <a:ext cx="0" cy="2153"/>
              </a:xfrm>
              <a:prstGeom prst="line">
                <a:avLst/>
              </a:prstGeom>
              <a:ln w="12700" cap="flat" cmpd="sng">
                <a:solidFill>
                  <a:srgbClr val="FF6600"/>
                </a:solidFill>
                <a:prstDash val="solid"/>
                <a:headEnd type="none" w="med" len="med"/>
                <a:tailEnd type="none" w="med" len="med"/>
              </a:ln>
            </p:spPr>
          </p:sp>
          <p:sp>
            <p:nvSpPr>
              <p:cNvPr id="451" name="Line 226"/>
              <p:cNvSpPr/>
              <p:nvPr/>
            </p:nvSpPr>
            <p:spPr>
              <a:xfrm>
                <a:off x="1451" y="0"/>
                <a:ext cx="0" cy="2153"/>
              </a:xfrm>
              <a:prstGeom prst="line">
                <a:avLst/>
              </a:prstGeom>
              <a:ln w="12700" cap="flat" cmpd="sng">
                <a:solidFill>
                  <a:srgbClr val="FF6600"/>
                </a:solidFill>
                <a:prstDash val="solid"/>
                <a:headEnd type="none" w="med" len="med"/>
                <a:tailEnd type="none" w="med" len="med"/>
              </a:ln>
            </p:spPr>
          </p:sp>
          <p:sp>
            <p:nvSpPr>
              <p:cNvPr id="452" name="Line 227"/>
              <p:cNvSpPr/>
              <p:nvPr/>
            </p:nvSpPr>
            <p:spPr>
              <a:xfrm>
                <a:off x="1669" y="0"/>
                <a:ext cx="0" cy="2153"/>
              </a:xfrm>
              <a:prstGeom prst="line">
                <a:avLst/>
              </a:prstGeom>
              <a:ln w="12700" cap="flat" cmpd="sng">
                <a:solidFill>
                  <a:srgbClr val="FF6600"/>
                </a:solidFill>
                <a:prstDash val="solid"/>
                <a:headEnd type="none" w="med" len="med"/>
                <a:tailEnd type="none" w="med" len="med"/>
              </a:ln>
            </p:spPr>
          </p:sp>
        </p:grpSp>
      </p:grpSp>
      <p:grpSp>
        <p:nvGrpSpPr>
          <p:cNvPr id="453" name="组合 452"/>
          <p:cNvGrpSpPr/>
          <p:nvPr/>
        </p:nvGrpSpPr>
        <p:grpSpPr>
          <a:xfrm>
            <a:off x="4074160" y="3615055"/>
            <a:ext cx="3336290" cy="3378200"/>
            <a:chOff x="7443" y="2498"/>
            <a:chExt cx="5254" cy="5320"/>
          </a:xfrm>
        </p:grpSpPr>
        <p:sp>
          <p:nvSpPr>
            <p:cNvPr id="454" name="AutoShape 8"/>
            <p:cNvSpPr>
              <a:spLocks noChangeAspect="1" noTextEdit="1"/>
            </p:cNvSpPr>
            <p:nvPr/>
          </p:nvSpPr>
          <p:spPr>
            <a:xfrm>
              <a:off x="7443" y="2498"/>
              <a:ext cx="5255" cy="5320"/>
            </a:xfrm>
            <a:prstGeom prst="rect">
              <a:avLst/>
            </a:prstGeom>
            <a:noFill/>
            <a:ln w="9525">
              <a:noFill/>
            </a:ln>
          </p:spPr>
          <p:txBody>
            <a:bodyPr/>
            <a:p>
              <a:endParaRPr lang="zh-CN" altLang="en-US"/>
            </a:p>
          </p:txBody>
        </p:sp>
        <p:sp>
          <p:nvSpPr>
            <p:cNvPr id="455" name="Rectangle 9"/>
            <p:cNvSpPr/>
            <p:nvPr/>
          </p:nvSpPr>
          <p:spPr>
            <a:xfrm>
              <a:off x="7443" y="2498"/>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grpSp>
          <p:nvGrpSpPr>
            <p:cNvPr id="456" name="Group 10"/>
            <p:cNvGrpSpPr/>
            <p:nvPr/>
          </p:nvGrpSpPr>
          <p:grpSpPr>
            <a:xfrm>
              <a:off x="7713" y="2768"/>
              <a:ext cx="4710" cy="4812"/>
              <a:chOff x="0" y="0"/>
              <a:chExt cx="1884" cy="1925"/>
            </a:xfrm>
          </p:grpSpPr>
          <p:sp>
            <p:nvSpPr>
              <p:cNvPr id="457" name="Rectangle 11"/>
              <p:cNvSpPr/>
              <p:nvPr/>
            </p:nvSpPr>
            <p:spPr>
              <a:xfrm>
                <a:off x="0" y="0"/>
                <a:ext cx="1884" cy="1925"/>
              </a:xfrm>
              <a:prstGeom prst="rect">
                <a:avLst/>
              </a:prstGeom>
              <a:solidFill>
                <a:srgbClr val="FFFFFF"/>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58" name="Rectangle 12"/>
              <p:cNvSpPr/>
              <p:nvPr/>
            </p:nvSpPr>
            <p:spPr>
              <a:xfrm>
                <a:off x="0" y="0"/>
                <a:ext cx="1884" cy="1925"/>
              </a:xfrm>
              <a:prstGeom prst="rect">
                <a:avLst/>
              </a:prstGeom>
              <a:noFill/>
              <a:ln w="30163" cap="rnd" cmpd="sng">
                <a:solidFill>
                  <a:srgbClr val="000000"/>
                </a:solidFill>
                <a:prstDash val="solid"/>
                <a:miter/>
                <a:headEnd type="none" w="med" len="med"/>
                <a:tailEnd type="none" w="med" len="med"/>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grpSp>
        <p:sp>
          <p:nvSpPr>
            <p:cNvPr id="459" name="Rectangle 13"/>
            <p:cNvSpPr/>
            <p:nvPr/>
          </p:nvSpPr>
          <p:spPr>
            <a:xfrm>
              <a:off x="8890" y="2843"/>
              <a:ext cx="163"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60" name="Rectangle 14"/>
            <p:cNvSpPr/>
            <p:nvPr/>
          </p:nvSpPr>
          <p:spPr>
            <a:xfrm>
              <a:off x="9460" y="2843"/>
              <a:ext cx="165"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61" name="Rectangle 15"/>
            <p:cNvSpPr/>
            <p:nvPr/>
          </p:nvSpPr>
          <p:spPr>
            <a:xfrm>
              <a:off x="10523" y="2843"/>
              <a:ext cx="162"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62" name="Rectangle 16"/>
            <p:cNvSpPr/>
            <p:nvPr/>
          </p:nvSpPr>
          <p:spPr>
            <a:xfrm>
              <a:off x="11013" y="2843"/>
              <a:ext cx="162"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63" name="Rectangle 17"/>
            <p:cNvSpPr/>
            <p:nvPr/>
          </p:nvSpPr>
          <p:spPr>
            <a:xfrm>
              <a:off x="11585" y="2843"/>
              <a:ext cx="163"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64" name="Rectangle 18"/>
            <p:cNvSpPr/>
            <p:nvPr/>
          </p:nvSpPr>
          <p:spPr>
            <a:xfrm>
              <a:off x="12075" y="2843"/>
              <a:ext cx="163"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65" name="Rectangle 19"/>
            <p:cNvSpPr/>
            <p:nvPr/>
          </p:nvSpPr>
          <p:spPr>
            <a:xfrm>
              <a:off x="7748" y="2845"/>
              <a:ext cx="11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5    3    </a:t>
              </a:r>
              <a:endParaRPr lang="en-US" altLang="zh-CN" sz="2400" dirty="0">
                <a:ea typeface="宋体" panose="02010600030101010101" pitchFamily="2" charset="-122"/>
              </a:endParaRPr>
            </a:p>
          </p:txBody>
        </p:sp>
        <p:sp>
          <p:nvSpPr>
            <p:cNvPr id="466" name="Rectangle 20"/>
            <p:cNvSpPr/>
            <p:nvPr/>
          </p:nvSpPr>
          <p:spPr>
            <a:xfrm>
              <a:off x="8890" y="284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4</a:t>
              </a:r>
              <a:endParaRPr lang="en-US" altLang="zh-CN" sz="2400" dirty="0">
                <a:ea typeface="宋体" panose="02010600030101010101" pitchFamily="2" charset="-122"/>
              </a:endParaRPr>
            </a:p>
          </p:txBody>
        </p:sp>
        <p:sp>
          <p:nvSpPr>
            <p:cNvPr id="467" name="Rectangle 21"/>
            <p:cNvSpPr/>
            <p:nvPr/>
          </p:nvSpPr>
          <p:spPr>
            <a:xfrm>
              <a:off x="9053" y="2845"/>
              <a:ext cx="40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468" name="Rectangle 22"/>
            <p:cNvSpPr/>
            <p:nvPr/>
          </p:nvSpPr>
          <p:spPr>
            <a:xfrm>
              <a:off x="9460" y="284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6</a:t>
              </a:r>
              <a:endParaRPr lang="en-US" altLang="zh-CN" sz="2400" dirty="0">
                <a:ea typeface="宋体" panose="02010600030101010101" pitchFamily="2" charset="-122"/>
              </a:endParaRPr>
            </a:p>
          </p:txBody>
        </p:sp>
        <p:sp>
          <p:nvSpPr>
            <p:cNvPr id="469" name="Rectangle 23"/>
            <p:cNvSpPr/>
            <p:nvPr/>
          </p:nvSpPr>
          <p:spPr>
            <a:xfrm>
              <a:off x="9625" y="2845"/>
              <a:ext cx="8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7     </a:t>
              </a:r>
              <a:endParaRPr lang="en-US" altLang="zh-CN" sz="2400" dirty="0">
                <a:ea typeface="宋体" panose="02010600030101010101" pitchFamily="2" charset="-122"/>
              </a:endParaRPr>
            </a:p>
          </p:txBody>
        </p:sp>
        <p:sp>
          <p:nvSpPr>
            <p:cNvPr id="470" name="Rectangle 24"/>
            <p:cNvSpPr/>
            <p:nvPr/>
          </p:nvSpPr>
          <p:spPr>
            <a:xfrm>
              <a:off x="10523" y="284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8</a:t>
              </a:r>
              <a:endParaRPr lang="en-US" altLang="zh-CN" sz="2400" dirty="0">
                <a:ea typeface="宋体" panose="02010600030101010101" pitchFamily="2" charset="-122"/>
              </a:endParaRPr>
            </a:p>
          </p:txBody>
        </p:sp>
        <p:sp>
          <p:nvSpPr>
            <p:cNvPr id="471" name="Rectangle 25"/>
            <p:cNvSpPr/>
            <p:nvPr/>
          </p:nvSpPr>
          <p:spPr>
            <a:xfrm>
              <a:off x="10685" y="2845"/>
              <a:ext cx="24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472" name="Rectangle 26"/>
            <p:cNvSpPr/>
            <p:nvPr/>
          </p:nvSpPr>
          <p:spPr>
            <a:xfrm>
              <a:off x="10930" y="2845"/>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473" name="Rectangle 27"/>
            <p:cNvSpPr/>
            <p:nvPr/>
          </p:nvSpPr>
          <p:spPr>
            <a:xfrm>
              <a:off x="11013" y="284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9</a:t>
              </a:r>
              <a:endParaRPr lang="en-US" altLang="zh-CN" sz="2400" dirty="0">
                <a:ea typeface="宋体" panose="02010600030101010101" pitchFamily="2" charset="-122"/>
              </a:endParaRPr>
            </a:p>
          </p:txBody>
        </p:sp>
        <p:sp>
          <p:nvSpPr>
            <p:cNvPr id="474" name="Rectangle 28"/>
            <p:cNvSpPr/>
            <p:nvPr/>
          </p:nvSpPr>
          <p:spPr>
            <a:xfrm>
              <a:off x="11175" y="2845"/>
              <a:ext cx="40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475" name="Rectangle 29"/>
            <p:cNvSpPr/>
            <p:nvPr/>
          </p:nvSpPr>
          <p:spPr>
            <a:xfrm>
              <a:off x="11585" y="284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1</a:t>
              </a:r>
              <a:endParaRPr lang="en-US" altLang="zh-CN" sz="2400" dirty="0">
                <a:ea typeface="宋体" panose="02010600030101010101" pitchFamily="2" charset="-122"/>
              </a:endParaRPr>
            </a:p>
          </p:txBody>
        </p:sp>
        <p:sp>
          <p:nvSpPr>
            <p:cNvPr id="476" name="Rectangle 30"/>
            <p:cNvSpPr/>
            <p:nvPr/>
          </p:nvSpPr>
          <p:spPr>
            <a:xfrm>
              <a:off x="11748" y="2845"/>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477" name="Rectangle 31"/>
            <p:cNvSpPr/>
            <p:nvPr/>
          </p:nvSpPr>
          <p:spPr>
            <a:xfrm>
              <a:off x="12075" y="284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2</a:t>
              </a:r>
              <a:endParaRPr lang="en-US" altLang="zh-CN" sz="2400" dirty="0">
                <a:ea typeface="宋体" panose="02010600030101010101" pitchFamily="2" charset="-122"/>
              </a:endParaRPr>
            </a:p>
          </p:txBody>
        </p:sp>
        <p:sp>
          <p:nvSpPr>
            <p:cNvPr id="478" name="Rectangle 32"/>
            <p:cNvSpPr/>
            <p:nvPr/>
          </p:nvSpPr>
          <p:spPr>
            <a:xfrm>
              <a:off x="12238" y="2845"/>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479" name="Rectangle 33"/>
            <p:cNvSpPr/>
            <p:nvPr/>
          </p:nvSpPr>
          <p:spPr>
            <a:xfrm>
              <a:off x="8400" y="3355"/>
              <a:ext cx="163" cy="373"/>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80" name="Rectangle 34"/>
            <p:cNvSpPr/>
            <p:nvPr/>
          </p:nvSpPr>
          <p:spPr>
            <a:xfrm>
              <a:off x="8890" y="3355"/>
              <a:ext cx="163" cy="373"/>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81" name="Rectangle 35"/>
            <p:cNvSpPr/>
            <p:nvPr/>
          </p:nvSpPr>
          <p:spPr>
            <a:xfrm>
              <a:off x="11013" y="3355"/>
              <a:ext cx="162" cy="373"/>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82" name="Rectangle 36"/>
            <p:cNvSpPr/>
            <p:nvPr/>
          </p:nvSpPr>
          <p:spPr>
            <a:xfrm>
              <a:off x="11503" y="3355"/>
              <a:ext cx="162" cy="373"/>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83" name="Rectangle 37"/>
            <p:cNvSpPr/>
            <p:nvPr/>
          </p:nvSpPr>
          <p:spPr>
            <a:xfrm>
              <a:off x="12075" y="3355"/>
              <a:ext cx="163" cy="373"/>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84" name="Rectangle 38"/>
            <p:cNvSpPr/>
            <p:nvPr/>
          </p:nvSpPr>
          <p:spPr>
            <a:xfrm>
              <a:off x="7748" y="3358"/>
              <a:ext cx="64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6    </a:t>
              </a:r>
              <a:endParaRPr lang="en-US" altLang="zh-CN" sz="2400" dirty="0">
                <a:ea typeface="宋体" panose="02010600030101010101" pitchFamily="2" charset="-122"/>
              </a:endParaRPr>
            </a:p>
          </p:txBody>
        </p:sp>
        <p:sp>
          <p:nvSpPr>
            <p:cNvPr id="485" name="Rectangle 39"/>
            <p:cNvSpPr/>
            <p:nvPr/>
          </p:nvSpPr>
          <p:spPr>
            <a:xfrm>
              <a:off x="8400" y="335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7</a:t>
              </a:r>
              <a:endParaRPr lang="en-US" altLang="zh-CN" sz="2400" dirty="0">
                <a:ea typeface="宋体" panose="02010600030101010101" pitchFamily="2" charset="-122"/>
              </a:endParaRPr>
            </a:p>
          </p:txBody>
        </p:sp>
        <p:sp>
          <p:nvSpPr>
            <p:cNvPr id="486" name="Rectangle 40"/>
            <p:cNvSpPr/>
            <p:nvPr/>
          </p:nvSpPr>
          <p:spPr>
            <a:xfrm>
              <a:off x="8563" y="3358"/>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487" name="Rectangle 41"/>
            <p:cNvSpPr/>
            <p:nvPr/>
          </p:nvSpPr>
          <p:spPr>
            <a:xfrm>
              <a:off x="8890" y="335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2</a:t>
              </a:r>
              <a:endParaRPr lang="en-US" altLang="zh-CN" sz="2400" dirty="0">
                <a:ea typeface="宋体" panose="02010600030101010101" pitchFamily="2" charset="-122"/>
              </a:endParaRPr>
            </a:p>
          </p:txBody>
        </p:sp>
        <p:sp>
          <p:nvSpPr>
            <p:cNvPr id="488" name="Rectangle 42"/>
            <p:cNvSpPr/>
            <p:nvPr/>
          </p:nvSpPr>
          <p:spPr>
            <a:xfrm>
              <a:off x="9053" y="3358"/>
              <a:ext cx="184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1    9     5   </a:t>
              </a:r>
              <a:endParaRPr lang="en-US" altLang="zh-CN" sz="2400" dirty="0">
                <a:ea typeface="宋体" panose="02010600030101010101" pitchFamily="2" charset="-122"/>
              </a:endParaRPr>
            </a:p>
          </p:txBody>
        </p:sp>
        <p:sp>
          <p:nvSpPr>
            <p:cNvPr id="489" name="Rectangle 43"/>
            <p:cNvSpPr/>
            <p:nvPr/>
          </p:nvSpPr>
          <p:spPr>
            <a:xfrm>
              <a:off x="10930" y="3358"/>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490" name="Rectangle 44"/>
            <p:cNvSpPr/>
            <p:nvPr/>
          </p:nvSpPr>
          <p:spPr>
            <a:xfrm>
              <a:off x="11013" y="335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3</a:t>
              </a:r>
              <a:endParaRPr lang="en-US" altLang="zh-CN" sz="2400" dirty="0">
                <a:ea typeface="宋体" panose="02010600030101010101" pitchFamily="2" charset="-122"/>
              </a:endParaRPr>
            </a:p>
          </p:txBody>
        </p:sp>
        <p:sp>
          <p:nvSpPr>
            <p:cNvPr id="491" name="Rectangle 45"/>
            <p:cNvSpPr/>
            <p:nvPr/>
          </p:nvSpPr>
          <p:spPr>
            <a:xfrm>
              <a:off x="11175" y="3358"/>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492" name="Rectangle 46"/>
            <p:cNvSpPr/>
            <p:nvPr/>
          </p:nvSpPr>
          <p:spPr>
            <a:xfrm>
              <a:off x="11503" y="335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4</a:t>
              </a:r>
              <a:endParaRPr lang="en-US" altLang="zh-CN" sz="2400" dirty="0">
                <a:ea typeface="宋体" panose="02010600030101010101" pitchFamily="2" charset="-122"/>
              </a:endParaRPr>
            </a:p>
          </p:txBody>
        </p:sp>
        <p:sp>
          <p:nvSpPr>
            <p:cNvPr id="493" name="Rectangle 47"/>
            <p:cNvSpPr/>
            <p:nvPr/>
          </p:nvSpPr>
          <p:spPr>
            <a:xfrm>
              <a:off x="11665" y="3358"/>
              <a:ext cx="40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494" name="Rectangle 48"/>
            <p:cNvSpPr/>
            <p:nvPr/>
          </p:nvSpPr>
          <p:spPr>
            <a:xfrm>
              <a:off x="12075" y="335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8</a:t>
              </a:r>
              <a:endParaRPr lang="en-US" altLang="zh-CN" sz="2400" dirty="0">
                <a:ea typeface="宋体" panose="02010600030101010101" pitchFamily="2" charset="-122"/>
              </a:endParaRPr>
            </a:p>
          </p:txBody>
        </p:sp>
        <p:sp>
          <p:nvSpPr>
            <p:cNvPr id="495" name="Rectangle 49"/>
            <p:cNvSpPr/>
            <p:nvPr/>
          </p:nvSpPr>
          <p:spPr>
            <a:xfrm>
              <a:off x="12238" y="3358"/>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496" name="Rectangle 50"/>
            <p:cNvSpPr/>
            <p:nvPr/>
          </p:nvSpPr>
          <p:spPr>
            <a:xfrm>
              <a:off x="7910" y="3865"/>
              <a:ext cx="163"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97" name="Rectangle 51"/>
            <p:cNvSpPr/>
            <p:nvPr/>
          </p:nvSpPr>
          <p:spPr>
            <a:xfrm>
              <a:off x="9460" y="3865"/>
              <a:ext cx="165"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98" name="Rectangle 52"/>
            <p:cNvSpPr/>
            <p:nvPr/>
          </p:nvSpPr>
          <p:spPr>
            <a:xfrm>
              <a:off x="9950" y="3865"/>
              <a:ext cx="165"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499" name="Rectangle 53"/>
            <p:cNvSpPr/>
            <p:nvPr/>
          </p:nvSpPr>
          <p:spPr>
            <a:xfrm>
              <a:off x="10523" y="3865"/>
              <a:ext cx="162"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00" name="Rectangle 54"/>
            <p:cNvSpPr/>
            <p:nvPr/>
          </p:nvSpPr>
          <p:spPr>
            <a:xfrm>
              <a:off x="11013" y="3865"/>
              <a:ext cx="162"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01" name="Rectangle 55"/>
            <p:cNvSpPr/>
            <p:nvPr/>
          </p:nvSpPr>
          <p:spPr>
            <a:xfrm>
              <a:off x="12075" y="3865"/>
              <a:ext cx="163"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02" name="Rectangle 56"/>
            <p:cNvSpPr/>
            <p:nvPr/>
          </p:nvSpPr>
          <p:spPr>
            <a:xfrm>
              <a:off x="7748" y="3865"/>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03" name="Rectangle 57"/>
            <p:cNvSpPr/>
            <p:nvPr/>
          </p:nvSpPr>
          <p:spPr>
            <a:xfrm>
              <a:off x="7828" y="3865"/>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04" name="Rectangle 58"/>
            <p:cNvSpPr/>
            <p:nvPr/>
          </p:nvSpPr>
          <p:spPr>
            <a:xfrm>
              <a:off x="7910" y="386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1</a:t>
              </a:r>
              <a:endParaRPr lang="en-US" altLang="zh-CN" sz="2400" dirty="0">
                <a:ea typeface="宋体" panose="02010600030101010101" pitchFamily="2" charset="-122"/>
              </a:endParaRPr>
            </a:p>
          </p:txBody>
        </p:sp>
        <p:sp>
          <p:nvSpPr>
            <p:cNvPr id="505" name="Rectangle 59"/>
            <p:cNvSpPr/>
            <p:nvPr/>
          </p:nvSpPr>
          <p:spPr>
            <a:xfrm>
              <a:off x="8073" y="3865"/>
              <a:ext cx="13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9    8     </a:t>
              </a:r>
              <a:endParaRPr lang="en-US" altLang="zh-CN" sz="2400" dirty="0">
                <a:ea typeface="宋体" panose="02010600030101010101" pitchFamily="2" charset="-122"/>
              </a:endParaRPr>
            </a:p>
          </p:txBody>
        </p:sp>
        <p:sp>
          <p:nvSpPr>
            <p:cNvPr id="506" name="Rectangle 60"/>
            <p:cNvSpPr/>
            <p:nvPr/>
          </p:nvSpPr>
          <p:spPr>
            <a:xfrm>
              <a:off x="9460" y="386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3</a:t>
              </a:r>
              <a:endParaRPr lang="en-US" altLang="zh-CN" sz="2400" dirty="0">
                <a:ea typeface="宋体" panose="02010600030101010101" pitchFamily="2" charset="-122"/>
              </a:endParaRPr>
            </a:p>
          </p:txBody>
        </p:sp>
        <p:sp>
          <p:nvSpPr>
            <p:cNvPr id="507" name="Rectangle 61"/>
            <p:cNvSpPr/>
            <p:nvPr/>
          </p:nvSpPr>
          <p:spPr>
            <a:xfrm>
              <a:off x="9625" y="3865"/>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08" name="Rectangle 62"/>
            <p:cNvSpPr/>
            <p:nvPr/>
          </p:nvSpPr>
          <p:spPr>
            <a:xfrm>
              <a:off x="9950" y="386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4</a:t>
              </a:r>
              <a:endParaRPr lang="en-US" altLang="zh-CN" sz="2400" dirty="0">
                <a:ea typeface="宋体" panose="02010600030101010101" pitchFamily="2" charset="-122"/>
              </a:endParaRPr>
            </a:p>
          </p:txBody>
        </p:sp>
        <p:sp>
          <p:nvSpPr>
            <p:cNvPr id="509" name="Rectangle 63"/>
            <p:cNvSpPr/>
            <p:nvPr/>
          </p:nvSpPr>
          <p:spPr>
            <a:xfrm>
              <a:off x="10115" y="3865"/>
              <a:ext cx="40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10" name="Rectangle 64"/>
            <p:cNvSpPr/>
            <p:nvPr/>
          </p:nvSpPr>
          <p:spPr>
            <a:xfrm>
              <a:off x="10523" y="386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2</a:t>
              </a:r>
              <a:endParaRPr lang="en-US" altLang="zh-CN" sz="2400" dirty="0">
                <a:ea typeface="宋体" panose="02010600030101010101" pitchFamily="2" charset="-122"/>
              </a:endParaRPr>
            </a:p>
          </p:txBody>
        </p:sp>
        <p:sp>
          <p:nvSpPr>
            <p:cNvPr id="511" name="Rectangle 65"/>
            <p:cNvSpPr/>
            <p:nvPr/>
          </p:nvSpPr>
          <p:spPr>
            <a:xfrm>
              <a:off x="10685" y="3865"/>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12" name="Rectangle 66"/>
            <p:cNvSpPr/>
            <p:nvPr/>
          </p:nvSpPr>
          <p:spPr>
            <a:xfrm>
              <a:off x="11013" y="386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5</a:t>
              </a:r>
              <a:endParaRPr lang="en-US" altLang="zh-CN" sz="2400" dirty="0">
                <a:ea typeface="宋体" panose="02010600030101010101" pitchFamily="2" charset="-122"/>
              </a:endParaRPr>
            </a:p>
          </p:txBody>
        </p:sp>
        <p:sp>
          <p:nvSpPr>
            <p:cNvPr id="513" name="Rectangle 67"/>
            <p:cNvSpPr/>
            <p:nvPr/>
          </p:nvSpPr>
          <p:spPr>
            <a:xfrm>
              <a:off x="11175" y="3865"/>
              <a:ext cx="8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6     </a:t>
              </a:r>
              <a:endParaRPr lang="en-US" altLang="zh-CN" sz="2400" dirty="0">
                <a:ea typeface="宋体" panose="02010600030101010101" pitchFamily="2" charset="-122"/>
              </a:endParaRPr>
            </a:p>
          </p:txBody>
        </p:sp>
        <p:sp>
          <p:nvSpPr>
            <p:cNvPr id="514" name="Rectangle 68"/>
            <p:cNvSpPr/>
            <p:nvPr/>
          </p:nvSpPr>
          <p:spPr>
            <a:xfrm>
              <a:off x="12075" y="386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7</a:t>
              </a:r>
              <a:endParaRPr lang="en-US" altLang="zh-CN" sz="2400" dirty="0">
                <a:ea typeface="宋体" panose="02010600030101010101" pitchFamily="2" charset="-122"/>
              </a:endParaRPr>
            </a:p>
          </p:txBody>
        </p:sp>
        <p:sp>
          <p:nvSpPr>
            <p:cNvPr id="515" name="Rectangle 69"/>
            <p:cNvSpPr/>
            <p:nvPr/>
          </p:nvSpPr>
          <p:spPr>
            <a:xfrm>
              <a:off x="12238" y="3865"/>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16" name="Rectangle 70"/>
            <p:cNvSpPr/>
            <p:nvPr/>
          </p:nvSpPr>
          <p:spPr>
            <a:xfrm>
              <a:off x="8400" y="4403"/>
              <a:ext cx="163"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17" name="Rectangle 71"/>
            <p:cNvSpPr/>
            <p:nvPr/>
          </p:nvSpPr>
          <p:spPr>
            <a:xfrm>
              <a:off x="8890" y="4403"/>
              <a:ext cx="163"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18" name="Rectangle 72"/>
            <p:cNvSpPr/>
            <p:nvPr/>
          </p:nvSpPr>
          <p:spPr>
            <a:xfrm>
              <a:off x="9460" y="4403"/>
              <a:ext cx="165"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19" name="Rectangle 73"/>
            <p:cNvSpPr/>
            <p:nvPr/>
          </p:nvSpPr>
          <p:spPr>
            <a:xfrm>
              <a:off x="10523" y="4403"/>
              <a:ext cx="162"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20" name="Rectangle 74"/>
            <p:cNvSpPr/>
            <p:nvPr/>
          </p:nvSpPr>
          <p:spPr>
            <a:xfrm>
              <a:off x="11013" y="4403"/>
              <a:ext cx="162"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21" name="Rectangle 75"/>
            <p:cNvSpPr/>
            <p:nvPr/>
          </p:nvSpPr>
          <p:spPr>
            <a:xfrm>
              <a:off x="11503" y="4403"/>
              <a:ext cx="162"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22" name="Rectangle 76"/>
            <p:cNvSpPr/>
            <p:nvPr/>
          </p:nvSpPr>
          <p:spPr>
            <a:xfrm>
              <a:off x="7748" y="4405"/>
              <a:ext cx="64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8    </a:t>
              </a:r>
              <a:endParaRPr lang="en-US" altLang="zh-CN" sz="2400" dirty="0">
                <a:ea typeface="宋体" panose="02010600030101010101" pitchFamily="2" charset="-122"/>
              </a:endParaRPr>
            </a:p>
          </p:txBody>
        </p:sp>
        <p:sp>
          <p:nvSpPr>
            <p:cNvPr id="523" name="Rectangle 77"/>
            <p:cNvSpPr/>
            <p:nvPr/>
          </p:nvSpPr>
          <p:spPr>
            <a:xfrm>
              <a:off x="8400" y="440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5</a:t>
              </a:r>
              <a:endParaRPr lang="en-US" altLang="zh-CN" sz="2400" dirty="0">
                <a:ea typeface="宋体" panose="02010600030101010101" pitchFamily="2" charset="-122"/>
              </a:endParaRPr>
            </a:p>
          </p:txBody>
        </p:sp>
        <p:sp>
          <p:nvSpPr>
            <p:cNvPr id="524" name="Rectangle 78"/>
            <p:cNvSpPr/>
            <p:nvPr/>
          </p:nvSpPr>
          <p:spPr>
            <a:xfrm>
              <a:off x="8563" y="4405"/>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25" name="Rectangle 79"/>
            <p:cNvSpPr/>
            <p:nvPr/>
          </p:nvSpPr>
          <p:spPr>
            <a:xfrm>
              <a:off x="8890" y="440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9</a:t>
              </a:r>
              <a:endParaRPr lang="en-US" altLang="zh-CN" sz="2400" dirty="0">
                <a:ea typeface="宋体" panose="02010600030101010101" pitchFamily="2" charset="-122"/>
              </a:endParaRPr>
            </a:p>
          </p:txBody>
        </p:sp>
        <p:sp>
          <p:nvSpPr>
            <p:cNvPr id="526" name="Rectangle 80"/>
            <p:cNvSpPr/>
            <p:nvPr/>
          </p:nvSpPr>
          <p:spPr>
            <a:xfrm>
              <a:off x="9053" y="4405"/>
              <a:ext cx="40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27" name="Rectangle 81"/>
            <p:cNvSpPr/>
            <p:nvPr/>
          </p:nvSpPr>
          <p:spPr>
            <a:xfrm>
              <a:off x="9460" y="440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7</a:t>
              </a:r>
              <a:endParaRPr lang="en-US" altLang="zh-CN" sz="2400" dirty="0">
                <a:ea typeface="宋体" panose="02010600030101010101" pitchFamily="2" charset="-122"/>
              </a:endParaRPr>
            </a:p>
          </p:txBody>
        </p:sp>
        <p:sp>
          <p:nvSpPr>
            <p:cNvPr id="528" name="Rectangle 82"/>
            <p:cNvSpPr/>
            <p:nvPr/>
          </p:nvSpPr>
          <p:spPr>
            <a:xfrm>
              <a:off x="9625" y="4405"/>
              <a:ext cx="80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6    </a:t>
              </a:r>
              <a:endParaRPr lang="en-US" altLang="zh-CN" sz="2400" dirty="0">
                <a:ea typeface="宋体" panose="02010600030101010101" pitchFamily="2" charset="-122"/>
              </a:endParaRPr>
            </a:p>
          </p:txBody>
        </p:sp>
        <p:sp>
          <p:nvSpPr>
            <p:cNvPr id="529" name="Rectangle 83"/>
            <p:cNvSpPr/>
            <p:nvPr/>
          </p:nvSpPr>
          <p:spPr>
            <a:xfrm>
              <a:off x="10440" y="4405"/>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30" name="Rectangle 84"/>
            <p:cNvSpPr/>
            <p:nvPr/>
          </p:nvSpPr>
          <p:spPr>
            <a:xfrm>
              <a:off x="10523" y="440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1</a:t>
              </a:r>
              <a:endParaRPr lang="en-US" altLang="zh-CN" sz="2400" dirty="0">
                <a:ea typeface="宋体" panose="02010600030101010101" pitchFamily="2" charset="-122"/>
              </a:endParaRPr>
            </a:p>
          </p:txBody>
        </p:sp>
        <p:sp>
          <p:nvSpPr>
            <p:cNvPr id="531" name="Rectangle 85"/>
            <p:cNvSpPr/>
            <p:nvPr/>
          </p:nvSpPr>
          <p:spPr>
            <a:xfrm>
              <a:off x="10685" y="4405"/>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32" name="Rectangle 86"/>
            <p:cNvSpPr/>
            <p:nvPr/>
          </p:nvSpPr>
          <p:spPr>
            <a:xfrm>
              <a:off x="11013" y="440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4</a:t>
              </a:r>
              <a:endParaRPr lang="en-US" altLang="zh-CN" sz="2400" dirty="0">
                <a:ea typeface="宋体" panose="02010600030101010101" pitchFamily="2" charset="-122"/>
              </a:endParaRPr>
            </a:p>
          </p:txBody>
        </p:sp>
        <p:sp>
          <p:nvSpPr>
            <p:cNvPr id="533" name="Rectangle 87"/>
            <p:cNvSpPr/>
            <p:nvPr/>
          </p:nvSpPr>
          <p:spPr>
            <a:xfrm>
              <a:off x="11175" y="4405"/>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34" name="Rectangle 88"/>
            <p:cNvSpPr/>
            <p:nvPr/>
          </p:nvSpPr>
          <p:spPr>
            <a:xfrm>
              <a:off x="11503" y="440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2</a:t>
              </a:r>
              <a:endParaRPr lang="en-US" altLang="zh-CN" sz="2400" dirty="0">
                <a:ea typeface="宋体" panose="02010600030101010101" pitchFamily="2" charset="-122"/>
              </a:endParaRPr>
            </a:p>
          </p:txBody>
        </p:sp>
        <p:sp>
          <p:nvSpPr>
            <p:cNvPr id="535" name="Rectangle 89"/>
            <p:cNvSpPr/>
            <p:nvPr/>
          </p:nvSpPr>
          <p:spPr>
            <a:xfrm>
              <a:off x="11665" y="4405"/>
              <a:ext cx="5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3</a:t>
              </a:r>
              <a:endParaRPr lang="en-US" altLang="zh-CN" sz="2400" dirty="0">
                <a:ea typeface="宋体" panose="02010600030101010101" pitchFamily="2" charset="-122"/>
              </a:endParaRPr>
            </a:p>
          </p:txBody>
        </p:sp>
        <p:sp>
          <p:nvSpPr>
            <p:cNvPr id="536" name="Rectangle 90"/>
            <p:cNvSpPr/>
            <p:nvPr/>
          </p:nvSpPr>
          <p:spPr>
            <a:xfrm>
              <a:off x="12238" y="4405"/>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37" name="Rectangle 91"/>
            <p:cNvSpPr/>
            <p:nvPr/>
          </p:nvSpPr>
          <p:spPr>
            <a:xfrm>
              <a:off x="8400" y="4968"/>
              <a:ext cx="163"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38" name="Rectangle 92"/>
            <p:cNvSpPr/>
            <p:nvPr/>
          </p:nvSpPr>
          <p:spPr>
            <a:xfrm>
              <a:off x="8890" y="4968"/>
              <a:ext cx="163"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39" name="Rectangle 93"/>
            <p:cNvSpPr/>
            <p:nvPr/>
          </p:nvSpPr>
          <p:spPr>
            <a:xfrm>
              <a:off x="9950" y="4968"/>
              <a:ext cx="165"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40" name="Rectangle 94"/>
            <p:cNvSpPr/>
            <p:nvPr/>
          </p:nvSpPr>
          <p:spPr>
            <a:xfrm>
              <a:off x="11013" y="4968"/>
              <a:ext cx="162"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41" name="Rectangle 95"/>
            <p:cNvSpPr/>
            <p:nvPr/>
          </p:nvSpPr>
          <p:spPr>
            <a:xfrm>
              <a:off x="11503" y="4968"/>
              <a:ext cx="162"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42" name="Rectangle 96"/>
            <p:cNvSpPr/>
            <p:nvPr/>
          </p:nvSpPr>
          <p:spPr>
            <a:xfrm>
              <a:off x="7748" y="4973"/>
              <a:ext cx="64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4    </a:t>
              </a:r>
              <a:endParaRPr lang="en-US" altLang="zh-CN" sz="2400" dirty="0">
                <a:ea typeface="宋体" panose="02010600030101010101" pitchFamily="2" charset="-122"/>
              </a:endParaRPr>
            </a:p>
          </p:txBody>
        </p:sp>
        <p:sp>
          <p:nvSpPr>
            <p:cNvPr id="543" name="Rectangle 97"/>
            <p:cNvSpPr/>
            <p:nvPr/>
          </p:nvSpPr>
          <p:spPr>
            <a:xfrm>
              <a:off x="8400" y="497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2</a:t>
              </a:r>
              <a:endParaRPr lang="en-US" altLang="zh-CN" sz="2400" dirty="0">
                <a:ea typeface="宋体" panose="02010600030101010101" pitchFamily="2" charset="-122"/>
              </a:endParaRPr>
            </a:p>
          </p:txBody>
        </p:sp>
        <p:sp>
          <p:nvSpPr>
            <p:cNvPr id="544" name="Rectangle 98"/>
            <p:cNvSpPr/>
            <p:nvPr/>
          </p:nvSpPr>
          <p:spPr>
            <a:xfrm>
              <a:off x="8563" y="4973"/>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45" name="Rectangle 99"/>
            <p:cNvSpPr/>
            <p:nvPr/>
          </p:nvSpPr>
          <p:spPr>
            <a:xfrm>
              <a:off x="8890" y="497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6</a:t>
              </a:r>
              <a:endParaRPr lang="en-US" altLang="zh-CN" sz="2400" dirty="0">
                <a:ea typeface="宋体" panose="02010600030101010101" pitchFamily="2" charset="-122"/>
              </a:endParaRPr>
            </a:p>
          </p:txBody>
        </p:sp>
        <p:sp>
          <p:nvSpPr>
            <p:cNvPr id="546" name="Rectangle 100"/>
            <p:cNvSpPr/>
            <p:nvPr/>
          </p:nvSpPr>
          <p:spPr>
            <a:xfrm>
              <a:off x="9053" y="4973"/>
              <a:ext cx="8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8    </a:t>
              </a:r>
              <a:endParaRPr lang="en-US" altLang="zh-CN" sz="2400" dirty="0">
                <a:ea typeface="宋体" panose="02010600030101010101" pitchFamily="2" charset="-122"/>
              </a:endParaRPr>
            </a:p>
          </p:txBody>
        </p:sp>
        <p:sp>
          <p:nvSpPr>
            <p:cNvPr id="547" name="Rectangle 101"/>
            <p:cNvSpPr/>
            <p:nvPr/>
          </p:nvSpPr>
          <p:spPr>
            <a:xfrm>
              <a:off x="9950" y="497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5</a:t>
              </a:r>
              <a:endParaRPr lang="en-US" altLang="zh-CN" sz="2400" dirty="0">
                <a:ea typeface="宋体" panose="02010600030101010101" pitchFamily="2" charset="-122"/>
              </a:endParaRPr>
            </a:p>
          </p:txBody>
        </p:sp>
        <p:sp>
          <p:nvSpPr>
            <p:cNvPr id="548" name="Rectangle 102"/>
            <p:cNvSpPr/>
            <p:nvPr/>
          </p:nvSpPr>
          <p:spPr>
            <a:xfrm>
              <a:off x="10115" y="4973"/>
              <a:ext cx="8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3    </a:t>
              </a:r>
              <a:endParaRPr lang="en-US" altLang="zh-CN" sz="2400" dirty="0">
                <a:ea typeface="宋体" panose="02010600030101010101" pitchFamily="2" charset="-122"/>
              </a:endParaRPr>
            </a:p>
          </p:txBody>
        </p:sp>
        <p:sp>
          <p:nvSpPr>
            <p:cNvPr id="549" name="Rectangle 103"/>
            <p:cNvSpPr/>
            <p:nvPr/>
          </p:nvSpPr>
          <p:spPr>
            <a:xfrm>
              <a:off x="11013" y="497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7</a:t>
              </a:r>
              <a:endParaRPr lang="en-US" altLang="zh-CN" sz="2400" dirty="0">
                <a:ea typeface="宋体" panose="02010600030101010101" pitchFamily="2" charset="-122"/>
              </a:endParaRPr>
            </a:p>
          </p:txBody>
        </p:sp>
        <p:sp>
          <p:nvSpPr>
            <p:cNvPr id="550" name="Rectangle 104"/>
            <p:cNvSpPr/>
            <p:nvPr/>
          </p:nvSpPr>
          <p:spPr>
            <a:xfrm>
              <a:off x="11175" y="4973"/>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51" name="Rectangle 105"/>
            <p:cNvSpPr/>
            <p:nvPr/>
          </p:nvSpPr>
          <p:spPr>
            <a:xfrm>
              <a:off x="11503" y="497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9</a:t>
              </a:r>
              <a:endParaRPr lang="en-US" altLang="zh-CN" sz="2400" dirty="0">
                <a:ea typeface="宋体" panose="02010600030101010101" pitchFamily="2" charset="-122"/>
              </a:endParaRPr>
            </a:p>
          </p:txBody>
        </p:sp>
        <p:sp>
          <p:nvSpPr>
            <p:cNvPr id="552" name="Rectangle 106"/>
            <p:cNvSpPr/>
            <p:nvPr/>
          </p:nvSpPr>
          <p:spPr>
            <a:xfrm>
              <a:off x="11665" y="4973"/>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53" name="Rectangle 107"/>
            <p:cNvSpPr/>
            <p:nvPr/>
          </p:nvSpPr>
          <p:spPr>
            <a:xfrm>
              <a:off x="11748" y="4973"/>
              <a:ext cx="4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1</a:t>
              </a:r>
              <a:endParaRPr lang="en-US" altLang="zh-CN" sz="2400" dirty="0">
                <a:ea typeface="宋体" panose="02010600030101010101" pitchFamily="2" charset="-122"/>
              </a:endParaRPr>
            </a:p>
          </p:txBody>
        </p:sp>
        <p:sp>
          <p:nvSpPr>
            <p:cNvPr id="554" name="Rectangle 108"/>
            <p:cNvSpPr/>
            <p:nvPr/>
          </p:nvSpPr>
          <p:spPr>
            <a:xfrm>
              <a:off x="12238" y="4973"/>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55" name="Rectangle 109"/>
            <p:cNvSpPr/>
            <p:nvPr/>
          </p:nvSpPr>
          <p:spPr>
            <a:xfrm>
              <a:off x="8400" y="5533"/>
              <a:ext cx="163" cy="377"/>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56" name="Rectangle 110"/>
            <p:cNvSpPr/>
            <p:nvPr/>
          </p:nvSpPr>
          <p:spPr>
            <a:xfrm>
              <a:off x="8890" y="5533"/>
              <a:ext cx="163" cy="377"/>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57" name="Rectangle 111"/>
            <p:cNvSpPr/>
            <p:nvPr/>
          </p:nvSpPr>
          <p:spPr>
            <a:xfrm>
              <a:off x="9460" y="5533"/>
              <a:ext cx="165" cy="377"/>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58" name="Rectangle 112"/>
            <p:cNvSpPr/>
            <p:nvPr/>
          </p:nvSpPr>
          <p:spPr>
            <a:xfrm>
              <a:off x="10523" y="5533"/>
              <a:ext cx="162" cy="377"/>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59" name="Rectangle 113"/>
            <p:cNvSpPr/>
            <p:nvPr/>
          </p:nvSpPr>
          <p:spPr>
            <a:xfrm>
              <a:off x="11013" y="5533"/>
              <a:ext cx="162" cy="377"/>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60" name="Rectangle 114"/>
            <p:cNvSpPr/>
            <p:nvPr/>
          </p:nvSpPr>
          <p:spPr>
            <a:xfrm>
              <a:off x="11503" y="5533"/>
              <a:ext cx="162" cy="377"/>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61" name="Rectangle 115"/>
            <p:cNvSpPr/>
            <p:nvPr/>
          </p:nvSpPr>
          <p:spPr>
            <a:xfrm>
              <a:off x="7748" y="5535"/>
              <a:ext cx="64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7    </a:t>
              </a:r>
              <a:endParaRPr lang="en-US" altLang="zh-CN" sz="2400" dirty="0">
                <a:ea typeface="宋体" panose="02010600030101010101" pitchFamily="2" charset="-122"/>
              </a:endParaRPr>
            </a:p>
          </p:txBody>
        </p:sp>
        <p:sp>
          <p:nvSpPr>
            <p:cNvPr id="562" name="Rectangle 116"/>
            <p:cNvSpPr/>
            <p:nvPr/>
          </p:nvSpPr>
          <p:spPr>
            <a:xfrm>
              <a:off x="8400" y="553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1</a:t>
              </a:r>
              <a:endParaRPr lang="en-US" altLang="zh-CN" sz="2400" dirty="0">
                <a:ea typeface="宋体" panose="02010600030101010101" pitchFamily="2" charset="-122"/>
              </a:endParaRPr>
            </a:p>
          </p:txBody>
        </p:sp>
        <p:sp>
          <p:nvSpPr>
            <p:cNvPr id="563" name="Rectangle 117"/>
            <p:cNvSpPr/>
            <p:nvPr/>
          </p:nvSpPr>
          <p:spPr>
            <a:xfrm>
              <a:off x="8563" y="5535"/>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64" name="Rectangle 118"/>
            <p:cNvSpPr/>
            <p:nvPr/>
          </p:nvSpPr>
          <p:spPr>
            <a:xfrm>
              <a:off x="8890" y="553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3</a:t>
              </a:r>
              <a:endParaRPr lang="en-US" altLang="zh-CN" sz="2400" dirty="0">
                <a:ea typeface="宋体" panose="02010600030101010101" pitchFamily="2" charset="-122"/>
              </a:endParaRPr>
            </a:p>
          </p:txBody>
        </p:sp>
        <p:sp>
          <p:nvSpPr>
            <p:cNvPr id="565" name="Rectangle 119"/>
            <p:cNvSpPr/>
            <p:nvPr/>
          </p:nvSpPr>
          <p:spPr>
            <a:xfrm>
              <a:off x="9053" y="5535"/>
              <a:ext cx="40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66" name="Rectangle 120"/>
            <p:cNvSpPr/>
            <p:nvPr/>
          </p:nvSpPr>
          <p:spPr>
            <a:xfrm>
              <a:off x="9460" y="553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9</a:t>
              </a:r>
              <a:endParaRPr lang="en-US" altLang="zh-CN" sz="2400" dirty="0">
                <a:ea typeface="宋体" panose="02010600030101010101" pitchFamily="2" charset="-122"/>
              </a:endParaRPr>
            </a:p>
          </p:txBody>
        </p:sp>
        <p:sp>
          <p:nvSpPr>
            <p:cNvPr id="567" name="Rectangle 121"/>
            <p:cNvSpPr/>
            <p:nvPr/>
          </p:nvSpPr>
          <p:spPr>
            <a:xfrm>
              <a:off x="9625" y="5535"/>
              <a:ext cx="8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2     </a:t>
              </a:r>
              <a:endParaRPr lang="en-US" altLang="zh-CN" sz="2400" dirty="0">
                <a:ea typeface="宋体" panose="02010600030101010101" pitchFamily="2" charset="-122"/>
              </a:endParaRPr>
            </a:p>
          </p:txBody>
        </p:sp>
        <p:sp>
          <p:nvSpPr>
            <p:cNvPr id="568" name="Rectangle 122"/>
            <p:cNvSpPr/>
            <p:nvPr/>
          </p:nvSpPr>
          <p:spPr>
            <a:xfrm>
              <a:off x="10523" y="553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4</a:t>
              </a:r>
              <a:endParaRPr lang="en-US" altLang="zh-CN" sz="2400" dirty="0">
                <a:ea typeface="宋体" panose="02010600030101010101" pitchFamily="2" charset="-122"/>
              </a:endParaRPr>
            </a:p>
          </p:txBody>
        </p:sp>
        <p:sp>
          <p:nvSpPr>
            <p:cNvPr id="569" name="Rectangle 123"/>
            <p:cNvSpPr/>
            <p:nvPr/>
          </p:nvSpPr>
          <p:spPr>
            <a:xfrm>
              <a:off x="10685" y="5535"/>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70" name="Rectangle 124"/>
            <p:cNvSpPr/>
            <p:nvPr/>
          </p:nvSpPr>
          <p:spPr>
            <a:xfrm>
              <a:off x="11013" y="553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8</a:t>
              </a:r>
              <a:endParaRPr lang="en-US" altLang="zh-CN" sz="2400" dirty="0">
                <a:ea typeface="宋体" panose="02010600030101010101" pitchFamily="2" charset="-122"/>
              </a:endParaRPr>
            </a:p>
          </p:txBody>
        </p:sp>
        <p:sp>
          <p:nvSpPr>
            <p:cNvPr id="571" name="Rectangle 125"/>
            <p:cNvSpPr/>
            <p:nvPr/>
          </p:nvSpPr>
          <p:spPr>
            <a:xfrm>
              <a:off x="11175" y="5535"/>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72" name="Rectangle 126"/>
            <p:cNvSpPr/>
            <p:nvPr/>
          </p:nvSpPr>
          <p:spPr>
            <a:xfrm>
              <a:off x="11503" y="5535"/>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5</a:t>
              </a:r>
              <a:endParaRPr lang="en-US" altLang="zh-CN" sz="2400" dirty="0">
                <a:ea typeface="宋体" panose="02010600030101010101" pitchFamily="2" charset="-122"/>
              </a:endParaRPr>
            </a:p>
          </p:txBody>
        </p:sp>
        <p:sp>
          <p:nvSpPr>
            <p:cNvPr id="573" name="Rectangle 127"/>
            <p:cNvSpPr/>
            <p:nvPr/>
          </p:nvSpPr>
          <p:spPr>
            <a:xfrm>
              <a:off x="11665" y="5535"/>
              <a:ext cx="5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6</a:t>
              </a:r>
              <a:endParaRPr lang="en-US" altLang="zh-CN" sz="2400" dirty="0">
                <a:ea typeface="宋体" panose="02010600030101010101" pitchFamily="2" charset="-122"/>
              </a:endParaRPr>
            </a:p>
          </p:txBody>
        </p:sp>
        <p:sp>
          <p:nvSpPr>
            <p:cNvPr id="574" name="Rectangle 128"/>
            <p:cNvSpPr/>
            <p:nvPr/>
          </p:nvSpPr>
          <p:spPr>
            <a:xfrm>
              <a:off x="12238" y="5535"/>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75" name="Rectangle 129"/>
            <p:cNvSpPr/>
            <p:nvPr/>
          </p:nvSpPr>
          <p:spPr>
            <a:xfrm>
              <a:off x="7910" y="6048"/>
              <a:ext cx="163" cy="372"/>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76" name="Rectangle 130"/>
            <p:cNvSpPr/>
            <p:nvPr/>
          </p:nvSpPr>
          <p:spPr>
            <a:xfrm>
              <a:off x="8890" y="6048"/>
              <a:ext cx="163" cy="372"/>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77" name="Rectangle 131"/>
            <p:cNvSpPr/>
            <p:nvPr/>
          </p:nvSpPr>
          <p:spPr>
            <a:xfrm>
              <a:off x="9460" y="6048"/>
              <a:ext cx="165" cy="372"/>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78" name="Rectangle 132"/>
            <p:cNvSpPr/>
            <p:nvPr/>
          </p:nvSpPr>
          <p:spPr>
            <a:xfrm>
              <a:off x="9950" y="6048"/>
              <a:ext cx="165" cy="372"/>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79" name="Rectangle 133"/>
            <p:cNvSpPr/>
            <p:nvPr/>
          </p:nvSpPr>
          <p:spPr>
            <a:xfrm>
              <a:off x="10523" y="6048"/>
              <a:ext cx="162" cy="372"/>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80" name="Rectangle 134"/>
            <p:cNvSpPr/>
            <p:nvPr/>
          </p:nvSpPr>
          <p:spPr>
            <a:xfrm>
              <a:off x="11013" y="6048"/>
              <a:ext cx="162" cy="372"/>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81" name="Rectangle 135"/>
            <p:cNvSpPr/>
            <p:nvPr/>
          </p:nvSpPr>
          <p:spPr>
            <a:xfrm>
              <a:off x="11585" y="6048"/>
              <a:ext cx="163" cy="372"/>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82" name="Rectangle 136"/>
            <p:cNvSpPr/>
            <p:nvPr/>
          </p:nvSpPr>
          <p:spPr>
            <a:xfrm>
              <a:off x="12075" y="6048"/>
              <a:ext cx="163" cy="372"/>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583" name="Rectangle 137"/>
            <p:cNvSpPr/>
            <p:nvPr/>
          </p:nvSpPr>
          <p:spPr>
            <a:xfrm>
              <a:off x="7748" y="604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84" name="Rectangle 138"/>
            <p:cNvSpPr/>
            <p:nvPr/>
          </p:nvSpPr>
          <p:spPr>
            <a:xfrm>
              <a:off x="7910" y="604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9</a:t>
              </a:r>
              <a:endParaRPr lang="en-US" altLang="zh-CN" sz="2400" dirty="0">
                <a:ea typeface="宋体" panose="02010600030101010101" pitchFamily="2" charset="-122"/>
              </a:endParaRPr>
            </a:p>
          </p:txBody>
        </p:sp>
        <p:sp>
          <p:nvSpPr>
            <p:cNvPr id="585" name="Rectangle 139"/>
            <p:cNvSpPr/>
            <p:nvPr/>
          </p:nvSpPr>
          <p:spPr>
            <a:xfrm>
              <a:off x="8073" y="6048"/>
              <a:ext cx="80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6    </a:t>
              </a:r>
              <a:endParaRPr lang="en-US" altLang="zh-CN" sz="2400" dirty="0">
                <a:ea typeface="宋体" panose="02010600030101010101" pitchFamily="2" charset="-122"/>
              </a:endParaRPr>
            </a:p>
          </p:txBody>
        </p:sp>
        <p:sp>
          <p:nvSpPr>
            <p:cNvPr id="586" name="Rectangle 140"/>
            <p:cNvSpPr/>
            <p:nvPr/>
          </p:nvSpPr>
          <p:spPr>
            <a:xfrm>
              <a:off x="8890" y="604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1</a:t>
              </a:r>
              <a:endParaRPr lang="en-US" altLang="zh-CN" sz="2400" dirty="0">
                <a:ea typeface="宋体" panose="02010600030101010101" pitchFamily="2" charset="-122"/>
              </a:endParaRPr>
            </a:p>
          </p:txBody>
        </p:sp>
        <p:sp>
          <p:nvSpPr>
            <p:cNvPr id="587" name="Rectangle 141"/>
            <p:cNvSpPr/>
            <p:nvPr/>
          </p:nvSpPr>
          <p:spPr>
            <a:xfrm>
              <a:off x="9053" y="6048"/>
              <a:ext cx="40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88" name="Rectangle 142"/>
            <p:cNvSpPr/>
            <p:nvPr/>
          </p:nvSpPr>
          <p:spPr>
            <a:xfrm>
              <a:off x="9460" y="604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5</a:t>
              </a:r>
              <a:endParaRPr lang="en-US" altLang="zh-CN" sz="2400" dirty="0">
                <a:ea typeface="宋体" panose="02010600030101010101" pitchFamily="2" charset="-122"/>
              </a:endParaRPr>
            </a:p>
          </p:txBody>
        </p:sp>
        <p:sp>
          <p:nvSpPr>
            <p:cNvPr id="589" name="Rectangle 143"/>
            <p:cNvSpPr/>
            <p:nvPr/>
          </p:nvSpPr>
          <p:spPr>
            <a:xfrm>
              <a:off x="9625" y="6048"/>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90" name="Rectangle 144"/>
            <p:cNvSpPr/>
            <p:nvPr/>
          </p:nvSpPr>
          <p:spPr>
            <a:xfrm>
              <a:off x="9950" y="604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3</a:t>
              </a:r>
              <a:endParaRPr lang="en-US" altLang="zh-CN" sz="2400" dirty="0">
                <a:ea typeface="宋体" panose="02010600030101010101" pitchFamily="2" charset="-122"/>
              </a:endParaRPr>
            </a:p>
          </p:txBody>
        </p:sp>
        <p:sp>
          <p:nvSpPr>
            <p:cNvPr id="591" name="Rectangle 145"/>
            <p:cNvSpPr/>
            <p:nvPr/>
          </p:nvSpPr>
          <p:spPr>
            <a:xfrm>
              <a:off x="10115" y="6048"/>
              <a:ext cx="40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92" name="Rectangle 146"/>
            <p:cNvSpPr/>
            <p:nvPr/>
          </p:nvSpPr>
          <p:spPr>
            <a:xfrm>
              <a:off x="10523" y="604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7</a:t>
              </a:r>
              <a:endParaRPr lang="en-US" altLang="zh-CN" sz="2400" dirty="0">
                <a:ea typeface="宋体" panose="02010600030101010101" pitchFamily="2" charset="-122"/>
              </a:endParaRPr>
            </a:p>
          </p:txBody>
        </p:sp>
        <p:sp>
          <p:nvSpPr>
            <p:cNvPr id="593" name="Rectangle 147"/>
            <p:cNvSpPr/>
            <p:nvPr/>
          </p:nvSpPr>
          <p:spPr>
            <a:xfrm>
              <a:off x="10685" y="6048"/>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94" name="Rectangle 148"/>
            <p:cNvSpPr/>
            <p:nvPr/>
          </p:nvSpPr>
          <p:spPr>
            <a:xfrm>
              <a:off x="11013" y="604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2</a:t>
              </a:r>
              <a:endParaRPr lang="en-US" altLang="zh-CN" sz="2400" dirty="0">
                <a:ea typeface="宋体" panose="02010600030101010101" pitchFamily="2" charset="-122"/>
              </a:endParaRPr>
            </a:p>
          </p:txBody>
        </p:sp>
        <p:sp>
          <p:nvSpPr>
            <p:cNvPr id="595" name="Rectangle 149"/>
            <p:cNvSpPr/>
            <p:nvPr/>
          </p:nvSpPr>
          <p:spPr>
            <a:xfrm>
              <a:off x="11175" y="6048"/>
              <a:ext cx="40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96" name="Rectangle 150"/>
            <p:cNvSpPr/>
            <p:nvPr/>
          </p:nvSpPr>
          <p:spPr>
            <a:xfrm>
              <a:off x="11585" y="604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8</a:t>
              </a:r>
              <a:endParaRPr lang="en-US" altLang="zh-CN" sz="2400" dirty="0">
                <a:ea typeface="宋体" panose="02010600030101010101" pitchFamily="2" charset="-122"/>
              </a:endParaRPr>
            </a:p>
          </p:txBody>
        </p:sp>
        <p:sp>
          <p:nvSpPr>
            <p:cNvPr id="597" name="Rectangle 151"/>
            <p:cNvSpPr/>
            <p:nvPr/>
          </p:nvSpPr>
          <p:spPr>
            <a:xfrm>
              <a:off x="11748" y="6048"/>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598" name="Rectangle 152"/>
            <p:cNvSpPr/>
            <p:nvPr/>
          </p:nvSpPr>
          <p:spPr>
            <a:xfrm>
              <a:off x="12075" y="6048"/>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4</a:t>
              </a:r>
              <a:endParaRPr lang="en-US" altLang="zh-CN" sz="2400" dirty="0">
                <a:ea typeface="宋体" panose="02010600030101010101" pitchFamily="2" charset="-122"/>
              </a:endParaRPr>
            </a:p>
          </p:txBody>
        </p:sp>
        <p:sp>
          <p:nvSpPr>
            <p:cNvPr id="599" name="Rectangle 153"/>
            <p:cNvSpPr/>
            <p:nvPr/>
          </p:nvSpPr>
          <p:spPr>
            <a:xfrm>
              <a:off x="12238" y="6048"/>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600" name="Rectangle 154"/>
            <p:cNvSpPr/>
            <p:nvPr/>
          </p:nvSpPr>
          <p:spPr>
            <a:xfrm>
              <a:off x="7910" y="6583"/>
              <a:ext cx="163"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601" name="Rectangle 155"/>
            <p:cNvSpPr/>
            <p:nvPr/>
          </p:nvSpPr>
          <p:spPr>
            <a:xfrm>
              <a:off x="8400" y="6583"/>
              <a:ext cx="163"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602" name="Rectangle 156"/>
            <p:cNvSpPr/>
            <p:nvPr/>
          </p:nvSpPr>
          <p:spPr>
            <a:xfrm>
              <a:off x="8890" y="6583"/>
              <a:ext cx="163"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603" name="Rectangle 157"/>
            <p:cNvSpPr/>
            <p:nvPr/>
          </p:nvSpPr>
          <p:spPr>
            <a:xfrm>
              <a:off x="11013" y="6583"/>
              <a:ext cx="162"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604" name="Rectangle 158"/>
            <p:cNvSpPr/>
            <p:nvPr/>
          </p:nvSpPr>
          <p:spPr>
            <a:xfrm>
              <a:off x="11585" y="6583"/>
              <a:ext cx="163" cy="37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605" name="Rectangle 159"/>
            <p:cNvSpPr/>
            <p:nvPr/>
          </p:nvSpPr>
          <p:spPr>
            <a:xfrm>
              <a:off x="7748" y="658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606" name="Rectangle 160"/>
            <p:cNvSpPr/>
            <p:nvPr/>
          </p:nvSpPr>
          <p:spPr>
            <a:xfrm>
              <a:off x="7910" y="658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2</a:t>
              </a:r>
              <a:endParaRPr lang="en-US" altLang="zh-CN" sz="2400" dirty="0">
                <a:ea typeface="宋体" panose="02010600030101010101" pitchFamily="2" charset="-122"/>
              </a:endParaRPr>
            </a:p>
          </p:txBody>
        </p:sp>
        <p:sp>
          <p:nvSpPr>
            <p:cNvPr id="607" name="Rectangle 161"/>
            <p:cNvSpPr/>
            <p:nvPr/>
          </p:nvSpPr>
          <p:spPr>
            <a:xfrm>
              <a:off x="8073" y="6583"/>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608" name="Rectangle 162"/>
            <p:cNvSpPr/>
            <p:nvPr/>
          </p:nvSpPr>
          <p:spPr>
            <a:xfrm>
              <a:off x="8400" y="658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8</a:t>
              </a:r>
              <a:endParaRPr lang="en-US" altLang="zh-CN" sz="2400" dirty="0">
                <a:ea typeface="宋体" panose="02010600030101010101" pitchFamily="2" charset="-122"/>
              </a:endParaRPr>
            </a:p>
          </p:txBody>
        </p:sp>
        <p:sp>
          <p:nvSpPr>
            <p:cNvPr id="609" name="Rectangle 163"/>
            <p:cNvSpPr/>
            <p:nvPr/>
          </p:nvSpPr>
          <p:spPr>
            <a:xfrm>
              <a:off x="8563" y="6583"/>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610" name="Rectangle 164"/>
            <p:cNvSpPr/>
            <p:nvPr/>
          </p:nvSpPr>
          <p:spPr>
            <a:xfrm>
              <a:off x="8890" y="658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7</a:t>
              </a:r>
              <a:endParaRPr lang="en-US" altLang="zh-CN" sz="2400" dirty="0">
                <a:ea typeface="宋体" panose="02010600030101010101" pitchFamily="2" charset="-122"/>
              </a:endParaRPr>
            </a:p>
          </p:txBody>
        </p:sp>
        <p:sp>
          <p:nvSpPr>
            <p:cNvPr id="611" name="Rectangle 165"/>
            <p:cNvSpPr/>
            <p:nvPr/>
          </p:nvSpPr>
          <p:spPr>
            <a:xfrm>
              <a:off x="9053" y="6583"/>
              <a:ext cx="184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4    1     9   </a:t>
              </a:r>
              <a:endParaRPr lang="en-US" altLang="zh-CN" sz="2400" dirty="0">
                <a:ea typeface="宋体" panose="02010600030101010101" pitchFamily="2" charset="-122"/>
              </a:endParaRPr>
            </a:p>
          </p:txBody>
        </p:sp>
        <p:sp>
          <p:nvSpPr>
            <p:cNvPr id="612" name="Rectangle 166"/>
            <p:cNvSpPr/>
            <p:nvPr/>
          </p:nvSpPr>
          <p:spPr>
            <a:xfrm>
              <a:off x="10930" y="6583"/>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613" name="Rectangle 167"/>
            <p:cNvSpPr/>
            <p:nvPr/>
          </p:nvSpPr>
          <p:spPr>
            <a:xfrm>
              <a:off x="11013" y="658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6</a:t>
              </a:r>
              <a:endParaRPr lang="en-US" altLang="zh-CN" sz="2400" dirty="0">
                <a:ea typeface="宋体" panose="02010600030101010101" pitchFamily="2" charset="-122"/>
              </a:endParaRPr>
            </a:p>
          </p:txBody>
        </p:sp>
        <p:sp>
          <p:nvSpPr>
            <p:cNvPr id="614" name="Rectangle 168"/>
            <p:cNvSpPr/>
            <p:nvPr/>
          </p:nvSpPr>
          <p:spPr>
            <a:xfrm>
              <a:off x="11175" y="6583"/>
              <a:ext cx="40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615" name="Rectangle 169"/>
            <p:cNvSpPr/>
            <p:nvPr/>
          </p:nvSpPr>
          <p:spPr>
            <a:xfrm>
              <a:off x="11585" y="658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3</a:t>
              </a:r>
              <a:endParaRPr lang="en-US" altLang="zh-CN" sz="2400" dirty="0">
                <a:ea typeface="宋体" panose="02010600030101010101" pitchFamily="2" charset="-122"/>
              </a:endParaRPr>
            </a:p>
          </p:txBody>
        </p:sp>
        <p:sp>
          <p:nvSpPr>
            <p:cNvPr id="616" name="Rectangle 170"/>
            <p:cNvSpPr/>
            <p:nvPr/>
          </p:nvSpPr>
          <p:spPr>
            <a:xfrm>
              <a:off x="11748" y="6583"/>
              <a:ext cx="4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5</a:t>
              </a:r>
              <a:endParaRPr lang="en-US" altLang="zh-CN" sz="2400" dirty="0">
                <a:ea typeface="宋体" panose="02010600030101010101" pitchFamily="2" charset="-122"/>
              </a:endParaRPr>
            </a:p>
          </p:txBody>
        </p:sp>
        <p:sp>
          <p:nvSpPr>
            <p:cNvPr id="617" name="Rectangle 171"/>
            <p:cNvSpPr/>
            <p:nvPr/>
          </p:nvSpPr>
          <p:spPr>
            <a:xfrm>
              <a:off x="12238" y="6583"/>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618" name="Rectangle 172"/>
            <p:cNvSpPr/>
            <p:nvPr/>
          </p:nvSpPr>
          <p:spPr>
            <a:xfrm>
              <a:off x="7910" y="7120"/>
              <a:ext cx="163" cy="38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619" name="Rectangle 173"/>
            <p:cNvSpPr/>
            <p:nvPr/>
          </p:nvSpPr>
          <p:spPr>
            <a:xfrm>
              <a:off x="8400" y="7120"/>
              <a:ext cx="163" cy="38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620" name="Rectangle 174"/>
            <p:cNvSpPr/>
            <p:nvPr/>
          </p:nvSpPr>
          <p:spPr>
            <a:xfrm>
              <a:off x="8890" y="7120"/>
              <a:ext cx="163" cy="38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621" name="Rectangle 175"/>
            <p:cNvSpPr/>
            <p:nvPr/>
          </p:nvSpPr>
          <p:spPr>
            <a:xfrm>
              <a:off x="9460" y="7120"/>
              <a:ext cx="165" cy="38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622" name="Rectangle 176"/>
            <p:cNvSpPr/>
            <p:nvPr/>
          </p:nvSpPr>
          <p:spPr>
            <a:xfrm>
              <a:off x="10523" y="7120"/>
              <a:ext cx="162" cy="38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623" name="Rectangle 177"/>
            <p:cNvSpPr/>
            <p:nvPr/>
          </p:nvSpPr>
          <p:spPr>
            <a:xfrm>
              <a:off x="11013" y="7120"/>
              <a:ext cx="162" cy="385"/>
            </a:xfrm>
            <a:prstGeom prst="rect">
              <a:avLst/>
            </a:prstGeom>
            <a:solidFill>
              <a:srgbClr val="FFFF00"/>
            </a:solidFill>
            <a:ln w="9525">
              <a:noFill/>
            </a:ln>
          </p:spPr>
          <p:txBody>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624" name="Rectangle 178"/>
            <p:cNvSpPr/>
            <p:nvPr/>
          </p:nvSpPr>
          <p:spPr>
            <a:xfrm>
              <a:off x="7748" y="713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625" name="Rectangle 179"/>
            <p:cNvSpPr/>
            <p:nvPr/>
          </p:nvSpPr>
          <p:spPr>
            <a:xfrm>
              <a:off x="7910" y="713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3</a:t>
              </a:r>
              <a:endParaRPr lang="en-US" altLang="zh-CN" sz="2400" dirty="0">
                <a:ea typeface="宋体" panose="02010600030101010101" pitchFamily="2" charset="-122"/>
              </a:endParaRPr>
            </a:p>
          </p:txBody>
        </p:sp>
        <p:sp>
          <p:nvSpPr>
            <p:cNvPr id="626" name="Rectangle 180"/>
            <p:cNvSpPr/>
            <p:nvPr/>
          </p:nvSpPr>
          <p:spPr>
            <a:xfrm>
              <a:off x="8073" y="7133"/>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627" name="Rectangle 181"/>
            <p:cNvSpPr/>
            <p:nvPr/>
          </p:nvSpPr>
          <p:spPr>
            <a:xfrm>
              <a:off x="8400" y="713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4</a:t>
              </a:r>
              <a:endParaRPr lang="en-US" altLang="zh-CN" sz="2400" dirty="0">
                <a:ea typeface="宋体" panose="02010600030101010101" pitchFamily="2" charset="-122"/>
              </a:endParaRPr>
            </a:p>
          </p:txBody>
        </p:sp>
        <p:sp>
          <p:nvSpPr>
            <p:cNvPr id="628" name="Rectangle 182"/>
            <p:cNvSpPr/>
            <p:nvPr/>
          </p:nvSpPr>
          <p:spPr>
            <a:xfrm>
              <a:off x="8563" y="7133"/>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629" name="Rectangle 183"/>
            <p:cNvSpPr/>
            <p:nvPr/>
          </p:nvSpPr>
          <p:spPr>
            <a:xfrm>
              <a:off x="8890" y="713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5</a:t>
              </a:r>
              <a:endParaRPr lang="en-US" altLang="zh-CN" sz="2400" dirty="0">
                <a:ea typeface="宋体" panose="02010600030101010101" pitchFamily="2" charset="-122"/>
              </a:endParaRPr>
            </a:p>
          </p:txBody>
        </p:sp>
        <p:sp>
          <p:nvSpPr>
            <p:cNvPr id="630" name="Rectangle 184"/>
            <p:cNvSpPr/>
            <p:nvPr/>
          </p:nvSpPr>
          <p:spPr>
            <a:xfrm>
              <a:off x="9053" y="7133"/>
              <a:ext cx="40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631" name="Rectangle 185"/>
            <p:cNvSpPr/>
            <p:nvPr/>
          </p:nvSpPr>
          <p:spPr>
            <a:xfrm>
              <a:off x="9460" y="713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2</a:t>
              </a:r>
              <a:endParaRPr lang="en-US" altLang="zh-CN" sz="2400" dirty="0">
                <a:ea typeface="宋体" panose="02010600030101010101" pitchFamily="2" charset="-122"/>
              </a:endParaRPr>
            </a:p>
          </p:txBody>
        </p:sp>
        <p:sp>
          <p:nvSpPr>
            <p:cNvPr id="632" name="Rectangle 186"/>
            <p:cNvSpPr/>
            <p:nvPr/>
          </p:nvSpPr>
          <p:spPr>
            <a:xfrm>
              <a:off x="9625" y="7133"/>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633" name="Rectangle 187"/>
            <p:cNvSpPr/>
            <p:nvPr/>
          </p:nvSpPr>
          <p:spPr>
            <a:xfrm>
              <a:off x="9950" y="7133"/>
              <a:ext cx="5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dirty="0">
                  <a:solidFill>
                    <a:srgbClr val="000000"/>
                  </a:solidFill>
                  <a:ea typeface="宋体" panose="02010600030101010101" pitchFamily="2" charset="-122"/>
                </a:rPr>
                <a:t>8     </a:t>
              </a:r>
              <a:endParaRPr lang="en-US" altLang="zh-CN" sz="2400" dirty="0">
                <a:ea typeface="宋体" panose="02010600030101010101" pitchFamily="2" charset="-122"/>
              </a:endParaRPr>
            </a:p>
          </p:txBody>
        </p:sp>
        <p:sp>
          <p:nvSpPr>
            <p:cNvPr id="634" name="Rectangle 188"/>
            <p:cNvSpPr/>
            <p:nvPr/>
          </p:nvSpPr>
          <p:spPr>
            <a:xfrm>
              <a:off x="10523" y="713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6</a:t>
              </a:r>
              <a:endParaRPr lang="en-US" altLang="zh-CN" sz="2400" dirty="0">
                <a:ea typeface="宋体" panose="02010600030101010101" pitchFamily="2" charset="-122"/>
              </a:endParaRPr>
            </a:p>
          </p:txBody>
        </p:sp>
        <p:sp>
          <p:nvSpPr>
            <p:cNvPr id="635" name="Rectangle 189"/>
            <p:cNvSpPr/>
            <p:nvPr/>
          </p:nvSpPr>
          <p:spPr>
            <a:xfrm>
              <a:off x="10685" y="7133"/>
              <a:ext cx="32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i="1"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636" name="Rectangle 190"/>
            <p:cNvSpPr/>
            <p:nvPr/>
          </p:nvSpPr>
          <p:spPr>
            <a:xfrm>
              <a:off x="11013" y="7133"/>
              <a:ext cx="16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en-US" altLang="zh-CN" sz="1600" i="1" dirty="0">
                  <a:solidFill>
                    <a:srgbClr val="000000"/>
                  </a:solidFill>
                  <a:ea typeface="宋体" panose="02010600030101010101" pitchFamily="2" charset="-122"/>
                </a:rPr>
                <a:t>1</a:t>
              </a:r>
              <a:endParaRPr lang="en-US" altLang="zh-CN" sz="2400" dirty="0">
                <a:ea typeface="宋体" panose="02010600030101010101" pitchFamily="2" charset="-122"/>
              </a:endParaRPr>
            </a:p>
          </p:txBody>
        </p:sp>
        <p:sp>
          <p:nvSpPr>
            <p:cNvPr id="637" name="Rectangle 191"/>
            <p:cNvSpPr/>
            <p:nvPr/>
          </p:nvSpPr>
          <p:spPr>
            <a:xfrm>
              <a:off x="11175" y="7133"/>
              <a:ext cx="104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r>
                <a:rPr lang="en-US" altLang="zh-CN" sz="1600" dirty="0">
                  <a:solidFill>
                    <a:srgbClr val="000000"/>
                  </a:solidFill>
                  <a:ea typeface="宋体" panose="02010600030101010101" pitchFamily="2" charset="-122"/>
                </a:rPr>
                <a:t>7    9</a:t>
              </a:r>
              <a:endParaRPr lang="en-US" altLang="zh-CN" sz="2400" dirty="0">
                <a:ea typeface="宋体" panose="02010600030101010101" pitchFamily="2" charset="-122"/>
              </a:endParaRPr>
            </a:p>
          </p:txBody>
        </p:sp>
        <p:sp>
          <p:nvSpPr>
            <p:cNvPr id="638" name="Rectangle 192"/>
            <p:cNvSpPr/>
            <p:nvPr/>
          </p:nvSpPr>
          <p:spPr>
            <a:xfrm>
              <a:off x="12238" y="7133"/>
              <a:ext cx="80" cy="385"/>
            </a:xfrm>
            <a:prstGeom prst="rect">
              <a:avLst/>
            </a:prstGeom>
            <a:noFill/>
            <a:ln w="9525">
              <a:noFill/>
            </a:ln>
          </p:spPr>
          <p:txBody>
            <a:bodyPr wrap="none" lIns="0" tIns="0" rIns="0" bIns="0">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r>
                <a:rPr lang="zh-CN" altLang="en-US" sz="1600" dirty="0">
                  <a:solidFill>
                    <a:srgbClr val="000000"/>
                  </a:solidFill>
                  <a:ea typeface="宋体" panose="02010600030101010101" pitchFamily="2" charset="-122"/>
                </a:rPr>
                <a:t> </a:t>
              </a:r>
              <a:endParaRPr lang="zh-CN" altLang="en-US" sz="2400" dirty="0">
                <a:ea typeface="宋体" panose="02010600030101010101" pitchFamily="2" charset="-122"/>
              </a:endParaRPr>
            </a:p>
          </p:txBody>
        </p:sp>
        <p:sp>
          <p:nvSpPr>
            <p:cNvPr id="639" name="Line 193"/>
            <p:cNvSpPr/>
            <p:nvPr/>
          </p:nvSpPr>
          <p:spPr>
            <a:xfrm>
              <a:off x="8203" y="2768"/>
              <a:ext cx="2" cy="4785"/>
            </a:xfrm>
            <a:prstGeom prst="line">
              <a:avLst/>
            </a:prstGeom>
            <a:ln w="12700" cap="rnd" cmpd="sng">
              <a:solidFill>
                <a:srgbClr val="000000"/>
              </a:solidFill>
              <a:prstDash val="solid"/>
              <a:headEnd type="none" w="med" len="med"/>
              <a:tailEnd type="none" w="med" len="med"/>
            </a:ln>
          </p:spPr>
        </p:sp>
        <p:sp>
          <p:nvSpPr>
            <p:cNvPr id="640" name="Line 194"/>
            <p:cNvSpPr/>
            <p:nvPr/>
          </p:nvSpPr>
          <p:spPr>
            <a:xfrm>
              <a:off x="8720" y="2768"/>
              <a:ext cx="3" cy="4785"/>
            </a:xfrm>
            <a:prstGeom prst="line">
              <a:avLst/>
            </a:prstGeom>
            <a:ln w="12700" cap="rnd" cmpd="sng">
              <a:solidFill>
                <a:srgbClr val="000000"/>
              </a:solidFill>
              <a:prstDash val="solid"/>
              <a:headEnd type="none" w="med" len="med"/>
              <a:tailEnd type="none" w="med" len="med"/>
            </a:ln>
          </p:spPr>
        </p:sp>
        <p:sp>
          <p:nvSpPr>
            <p:cNvPr id="641" name="Line 195"/>
            <p:cNvSpPr/>
            <p:nvPr/>
          </p:nvSpPr>
          <p:spPr>
            <a:xfrm>
              <a:off x="9265" y="2768"/>
              <a:ext cx="3" cy="4785"/>
            </a:xfrm>
            <a:prstGeom prst="line">
              <a:avLst/>
            </a:prstGeom>
            <a:ln w="30163" cap="flat" cmpd="sng">
              <a:solidFill>
                <a:srgbClr val="000000"/>
              </a:solidFill>
              <a:prstDash val="solid"/>
              <a:headEnd type="none" w="med" len="med"/>
              <a:tailEnd type="none" w="med" len="med"/>
            </a:ln>
          </p:spPr>
        </p:sp>
        <p:sp>
          <p:nvSpPr>
            <p:cNvPr id="642" name="Line 196"/>
            <p:cNvSpPr/>
            <p:nvPr/>
          </p:nvSpPr>
          <p:spPr>
            <a:xfrm flipH="1">
              <a:off x="9728" y="2768"/>
              <a:ext cx="27" cy="4785"/>
            </a:xfrm>
            <a:prstGeom prst="line">
              <a:avLst/>
            </a:prstGeom>
            <a:ln w="12700" cap="rnd" cmpd="sng">
              <a:solidFill>
                <a:srgbClr val="000000"/>
              </a:solidFill>
              <a:prstDash val="solid"/>
              <a:headEnd type="none" w="med" len="med"/>
              <a:tailEnd type="none" w="med" len="med"/>
            </a:ln>
          </p:spPr>
        </p:sp>
        <p:sp>
          <p:nvSpPr>
            <p:cNvPr id="643" name="Line 197"/>
            <p:cNvSpPr/>
            <p:nvPr/>
          </p:nvSpPr>
          <p:spPr>
            <a:xfrm>
              <a:off x="10300" y="2768"/>
              <a:ext cx="3" cy="4080"/>
            </a:xfrm>
            <a:prstGeom prst="line">
              <a:avLst/>
            </a:prstGeom>
            <a:ln w="12700" cap="rnd" cmpd="sng">
              <a:solidFill>
                <a:srgbClr val="000000"/>
              </a:solidFill>
              <a:prstDash val="solid"/>
              <a:headEnd type="none" w="med" len="med"/>
              <a:tailEnd type="none" w="med" len="med"/>
            </a:ln>
          </p:spPr>
        </p:sp>
        <p:sp>
          <p:nvSpPr>
            <p:cNvPr id="644" name="Line 198"/>
            <p:cNvSpPr/>
            <p:nvPr/>
          </p:nvSpPr>
          <p:spPr>
            <a:xfrm>
              <a:off x="10300" y="2768"/>
              <a:ext cx="3" cy="4785"/>
            </a:xfrm>
            <a:prstGeom prst="line">
              <a:avLst/>
            </a:prstGeom>
            <a:ln w="12700" cap="rnd" cmpd="sng">
              <a:solidFill>
                <a:srgbClr val="000000"/>
              </a:solidFill>
              <a:prstDash val="solid"/>
              <a:headEnd type="none" w="med" len="med"/>
              <a:tailEnd type="none" w="med" len="med"/>
            </a:ln>
          </p:spPr>
        </p:sp>
        <p:sp>
          <p:nvSpPr>
            <p:cNvPr id="645" name="Line 199"/>
            <p:cNvSpPr/>
            <p:nvPr/>
          </p:nvSpPr>
          <p:spPr>
            <a:xfrm>
              <a:off x="10815" y="2768"/>
              <a:ext cx="3" cy="4080"/>
            </a:xfrm>
            <a:prstGeom prst="line">
              <a:avLst/>
            </a:prstGeom>
            <a:ln w="12700" cap="rnd" cmpd="sng">
              <a:solidFill>
                <a:srgbClr val="000000"/>
              </a:solidFill>
              <a:prstDash val="solid"/>
              <a:headEnd type="none" w="med" len="med"/>
              <a:tailEnd type="none" w="med" len="med"/>
            </a:ln>
          </p:spPr>
        </p:sp>
        <p:sp>
          <p:nvSpPr>
            <p:cNvPr id="646" name="Line 200"/>
            <p:cNvSpPr/>
            <p:nvPr/>
          </p:nvSpPr>
          <p:spPr>
            <a:xfrm>
              <a:off x="11360" y="2768"/>
              <a:ext cx="3" cy="4080"/>
            </a:xfrm>
            <a:prstGeom prst="line">
              <a:avLst/>
            </a:prstGeom>
            <a:ln w="12700" cap="rnd" cmpd="sng">
              <a:solidFill>
                <a:srgbClr val="000000"/>
              </a:solidFill>
              <a:prstDash val="solid"/>
              <a:headEnd type="none" w="med" len="med"/>
              <a:tailEnd type="none" w="med" len="med"/>
            </a:ln>
          </p:spPr>
        </p:sp>
        <p:sp>
          <p:nvSpPr>
            <p:cNvPr id="647" name="Line 201"/>
            <p:cNvSpPr/>
            <p:nvPr/>
          </p:nvSpPr>
          <p:spPr>
            <a:xfrm>
              <a:off x="11360" y="2768"/>
              <a:ext cx="3" cy="4812"/>
            </a:xfrm>
            <a:prstGeom prst="line">
              <a:avLst/>
            </a:prstGeom>
            <a:ln w="12700" cap="rnd" cmpd="sng">
              <a:solidFill>
                <a:srgbClr val="000000"/>
              </a:solidFill>
              <a:prstDash val="solid"/>
              <a:headEnd type="none" w="med" len="med"/>
              <a:tailEnd type="none" w="med" len="med"/>
            </a:ln>
          </p:spPr>
        </p:sp>
        <p:sp>
          <p:nvSpPr>
            <p:cNvPr id="648" name="Line 202"/>
            <p:cNvSpPr/>
            <p:nvPr/>
          </p:nvSpPr>
          <p:spPr>
            <a:xfrm>
              <a:off x="11878" y="2768"/>
              <a:ext cx="2" cy="4785"/>
            </a:xfrm>
            <a:prstGeom prst="line">
              <a:avLst/>
            </a:prstGeom>
            <a:ln w="12700" cap="rnd" cmpd="sng">
              <a:solidFill>
                <a:srgbClr val="000000"/>
              </a:solidFill>
              <a:prstDash val="solid"/>
              <a:headEnd type="none" w="med" len="med"/>
              <a:tailEnd type="none" w="med" len="med"/>
            </a:ln>
          </p:spPr>
        </p:sp>
        <p:sp>
          <p:nvSpPr>
            <p:cNvPr id="649" name="Line 203"/>
            <p:cNvSpPr/>
            <p:nvPr/>
          </p:nvSpPr>
          <p:spPr>
            <a:xfrm>
              <a:off x="12423" y="2768"/>
              <a:ext cx="2" cy="4080"/>
            </a:xfrm>
            <a:prstGeom prst="line">
              <a:avLst/>
            </a:prstGeom>
            <a:ln w="12700" cap="rnd" cmpd="sng">
              <a:solidFill>
                <a:srgbClr val="000000"/>
              </a:solidFill>
              <a:prstDash val="solid"/>
              <a:headEnd type="none" w="med" len="med"/>
              <a:tailEnd type="none" w="med" len="med"/>
            </a:ln>
          </p:spPr>
        </p:sp>
        <p:sp>
          <p:nvSpPr>
            <p:cNvPr id="650" name="Line 204"/>
            <p:cNvSpPr/>
            <p:nvPr/>
          </p:nvSpPr>
          <p:spPr>
            <a:xfrm>
              <a:off x="10815" y="2768"/>
              <a:ext cx="3" cy="4812"/>
            </a:xfrm>
            <a:prstGeom prst="line">
              <a:avLst/>
            </a:prstGeom>
            <a:ln w="22225" cap="flat" cmpd="sng">
              <a:solidFill>
                <a:srgbClr val="000000"/>
              </a:solidFill>
              <a:prstDash val="solid"/>
              <a:headEnd type="none" w="med" len="med"/>
              <a:tailEnd type="none" w="med" len="med"/>
            </a:ln>
          </p:spPr>
        </p:sp>
        <p:sp>
          <p:nvSpPr>
            <p:cNvPr id="651" name="Line 205"/>
            <p:cNvSpPr/>
            <p:nvPr/>
          </p:nvSpPr>
          <p:spPr>
            <a:xfrm flipH="1">
              <a:off x="7685" y="3230"/>
              <a:ext cx="4738" cy="3"/>
            </a:xfrm>
            <a:prstGeom prst="line">
              <a:avLst/>
            </a:prstGeom>
            <a:ln w="12700" cap="rnd" cmpd="sng">
              <a:solidFill>
                <a:srgbClr val="000000"/>
              </a:solidFill>
              <a:prstDash val="solid"/>
              <a:headEnd type="none" w="med" len="med"/>
              <a:tailEnd type="none" w="med" len="med"/>
            </a:ln>
          </p:spPr>
        </p:sp>
        <p:sp>
          <p:nvSpPr>
            <p:cNvPr id="652" name="Line 206"/>
            <p:cNvSpPr/>
            <p:nvPr/>
          </p:nvSpPr>
          <p:spPr>
            <a:xfrm flipH="1">
              <a:off x="7685" y="3775"/>
              <a:ext cx="4738" cy="3"/>
            </a:xfrm>
            <a:prstGeom prst="line">
              <a:avLst/>
            </a:prstGeom>
            <a:ln w="12700" cap="rnd" cmpd="sng">
              <a:solidFill>
                <a:srgbClr val="000000"/>
              </a:solidFill>
              <a:prstDash val="solid"/>
              <a:headEnd type="none" w="med" len="med"/>
              <a:tailEnd type="none" w="med" len="med"/>
            </a:ln>
          </p:spPr>
        </p:sp>
        <p:sp>
          <p:nvSpPr>
            <p:cNvPr id="653" name="Line 207"/>
            <p:cNvSpPr/>
            <p:nvPr/>
          </p:nvSpPr>
          <p:spPr>
            <a:xfrm flipH="1">
              <a:off x="7685" y="3775"/>
              <a:ext cx="4738" cy="3"/>
            </a:xfrm>
            <a:prstGeom prst="line">
              <a:avLst/>
            </a:prstGeom>
            <a:ln w="12700" cap="rnd" cmpd="sng">
              <a:solidFill>
                <a:srgbClr val="000000"/>
              </a:solidFill>
              <a:prstDash val="solid"/>
              <a:headEnd type="none" w="med" len="med"/>
              <a:tailEnd type="none" w="med" len="med"/>
            </a:ln>
          </p:spPr>
        </p:sp>
        <p:sp>
          <p:nvSpPr>
            <p:cNvPr id="654" name="Line 208"/>
            <p:cNvSpPr/>
            <p:nvPr/>
          </p:nvSpPr>
          <p:spPr>
            <a:xfrm flipH="1">
              <a:off x="7685" y="4318"/>
              <a:ext cx="4738" cy="2"/>
            </a:xfrm>
            <a:prstGeom prst="line">
              <a:avLst/>
            </a:prstGeom>
            <a:ln w="12700" cap="rnd" cmpd="sng">
              <a:solidFill>
                <a:srgbClr val="000000"/>
              </a:solidFill>
              <a:prstDash val="solid"/>
              <a:headEnd type="none" w="med" len="med"/>
              <a:tailEnd type="none" w="med" len="med"/>
            </a:ln>
          </p:spPr>
        </p:sp>
        <p:sp>
          <p:nvSpPr>
            <p:cNvPr id="655" name="Line 209"/>
            <p:cNvSpPr/>
            <p:nvPr/>
          </p:nvSpPr>
          <p:spPr>
            <a:xfrm flipH="1">
              <a:off x="7685" y="4318"/>
              <a:ext cx="4738" cy="2"/>
            </a:xfrm>
            <a:prstGeom prst="line">
              <a:avLst/>
            </a:prstGeom>
            <a:ln w="30163" cap="flat" cmpd="sng">
              <a:solidFill>
                <a:srgbClr val="000000"/>
              </a:solidFill>
              <a:prstDash val="solid"/>
              <a:headEnd type="none" w="med" len="med"/>
              <a:tailEnd type="none" w="med" len="med"/>
            </a:ln>
          </p:spPr>
        </p:sp>
        <p:sp>
          <p:nvSpPr>
            <p:cNvPr id="656" name="Line 210"/>
            <p:cNvSpPr/>
            <p:nvPr/>
          </p:nvSpPr>
          <p:spPr>
            <a:xfrm flipH="1">
              <a:off x="7685" y="4863"/>
              <a:ext cx="4738" cy="2"/>
            </a:xfrm>
            <a:prstGeom prst="line">
              <a:avLst/>
            </a:prstGeom>
            <a:ln w="12700" cap="rnd" cmpd="sng">
              <a:solidFill>
                <a:srgbClr val="000000"/>
              </a:solidFill>
              <a:prstDash val="solid"/>
              <a:headEnd type="none" w="med" len="med"/>
              <a:tailEnd type="none" w="med" len="med"/>
            </a:ln>
          </p:spPr>
        </p:sp>
        <p:sp>
          <p:nvSpPr>
            <p:cNvPr id="657" name="Line 211"/>
            <p:cNvSpPr/>
            <p:nvPr/>
          </p:nvSpPr>
          <p:spPr>
            <a:xfrm flipH="1">
              <a:off x="7685" y="5405"/>
              <a:ext cx="4738" cy="3"/>
            </a:xfrm>
            <a:prstGeom prst="line">
              <a:avLst/>
            </a:prstGeom>
            <a:ln w="12700" cap="rnd" cmpd="sng">
              <a:solidFill>
                <a:srgbClr val="000000"/>
              </a:solidFill>
              <a:prstDash val="solid"/>
              <a:headEnd type="none" w="med" len="med"/>
              <a:tailEnd type="none" w="med" len="med"/>
            </a:ln>
          </p:spPr>
        </p:sp>
        <p:sp>
          <p:nvSpPr>
            <p:cNvPr id="658" name="Line 212"/>
            <p:cNvSpPr/>
            <p:nvPr/>
          </p:nvSpPr>
          <p:spPr>
            <a:xfrm flipH="1">
              <a:off x="7685" y="5405"/>
              <a:ext cx="4738" cy="3"/>
            </a:xfrm>
            <a:prstGeom prst="line">
              <a:avLst/>
            </a:prstGeom>
            <a:ln w="12700" cap="rnd" cmpd="sng">
              <a:solidFill>
                <a:srgbClr val="000000"/>
              </a:solidFill>
              <a:prstDash val="solid"/>
              <a:headEnd type="none" w="med" len="med"/>
              <a:tailEnd type="none" w="med" len="med"/>
            </a:ln>
          </p:spPr>
        </p:sp>
        <p:sp>
          <p:nvSpPr>
            <p:cNvPr id="659" name="Line 213"/>
            <p:cNvSpPr/>
            <p:nvPr/>
          </p:nvSpPr>
          <p:spPr>
            <a:xfrm flipH="1">
              <a:off x="7685" y="5950"/>
              <a:ext cx="4738" cy="3"/>
            </a:xfrm>
            <a:prstGeom prst="line">
              <a:avLst/>
            </a:prstGeom>
            <a:ln w="30163" cap="flat" cmpd="sng">
              <a:solidFill>
                <a:srgbClr val="000000"/>
              </a:solidFill>
              <a:prstDash val="solid"/>
              <a:headEnd type="none" w="med" len="med"/>
              <a:tailEnd type="none" w="med" len="med"/>
            </a:ln>
          </p:spPr>
        </p:sp>
        <p:sp>
          <p:nvSpPr>
            <p:cNvPr id="660" name="Line 214"/>
            <p:cNvSpPr/>
            <p:nvPr/>
          </p:nvSpPr>
          <p:spPr>
            <a:xfrm flipH="1">
              <a:off x="7685" y="6493"/>
              <a:ext cx="4738" cy="2"/>
            </a:xfrm>
            <a:prstGeom prst="line">
              <a:avLst/>
            </a:prstGeom>
            <a:ln w="12700" cap="rnd" cmpd="sng">
              <a:solidFill>
                <a:srgbClr val="000000"/>
              </a:solidFill>
              <a:prstDash val="solid"/>
              <a:headEnd type="none" w="med" len="med"/>
              <a:tailEnd type="none" w="med" len="med"/>
            </a:ln>
          </p:spPr>
        </p:sp>
        <p:sp>
          <p:nvSpPr>
            <p:cNvPr id="661" name="Line 215"/>
            <p:cNvSpPr/>
            <p:nvPr/>
          </p:nvSpPr>
          <p:spPr>
            <a:xfrm flipH="1">
              <a:off x="7658" y="7038"/>
              <a:ext cx="4737" cy="2"/>
            </a:xfrm>
            <a:prstGeom prst="line">
              <a:avLst/>
            </a:prstGeom>
            <a:ln w="12700" cap="rnd" cmpd="sng">
              <a:solidFill>
                <a:srgbClr val="000000"/>
              </a:solidFill>
              <a:prstDash val="solid"/>
              <a:headEnd type="none" w="med" len="med"/>
              <a:tailEnd type="none" w="med" len="med"/>
            </a:ln>
          </p:spPr>
        </p:sp>
        <p:sp>
          <p:nvSpPr>
            <p:cNvPr id="662" name="Line 216"/>
            <p:cNvSpPr/>
            <p:nvPr/>
          </p:nvSpPr>
          <p:spPr>
            <a:xfrm flipH="1">
              <a:off x="7713" y="7038"/>
              <a:ext cx="4710" cy="2"/>
            </a:xfrm>
            <a:prstGeom prst="line">
              <a:avLst/>
            </a:prstGeom>
            <a:ln w="12700" cap="rnd" cmpd="sng">
              <a:solidFill>
                <a:srgbClr val="000000"/>
              </a:solidFill>
              <a:prstDash val="solid"/>
              <a:headEnd type="none" w="med" len="med"/>
              <a:tailEnd type="none" w="med" len="med"/>
            </a:ln>
          </p:spPr>
        </p:sp>
        <p:sp>
          <p:nvSpPr>
            <p:cNvPr id="663" name="Line 217"/>
            <p:cNvSpPr/>
            <p:nvPr/>
          </p:nvSpPr>
          <p:spPr>
            <a:xfrm flipH="1">
              <a:off x="7658" y="7580"/>
              <a:ext cx="4737" cy="3"/>
            </a:xfrm>
            <a:prstGeom prst="line">
              <a:avLst/>
            </a:prstGeom>
            <a:ln w="12700" cap="rnd" cmpd="sng">
              <a:solidFill>
                <a:srgbClr val="000000"/>
              </a:solidFill>
              <a:prstDash val="solid"/>
              <a:headEnd type="none" w="med" len="med"/>
              <a:tailEnd type="none" w="med" len="med"/>
            </a:ln>
          </p:spPr>
        </p:sp>
        <p:sp>
          <p:nvSpPr>
            <p:cNvPr id="664" name="Rectangle 218"/>
            <p:cNvSpPr/>
            <p:nvPr/>
          </p:nvSpPr>
          <p:spPr>
            <a:xfrm>
              <a:off x="7745" y="2800"/>
              <a:ext cx="1513" cy="1513"/>
            </a:xfrm>
            <a:prstGeom prst="rect">
              <a:avLst/>
            </a:prstGeom>
            <a:solidFill>
              <a:schemeClr val="accent1">
                <a:alpha val="12157"/>
              </a:schemeClr>
            </a:solidFill>
            <a:ln w="127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665" name="Rectangle 219"/>
            <p:cNvSpPr/>
            <p:nvPr/>
          </p:nvSpPr>
          <p:spPr>
            <a:xfrm>
              <a:off x="9318" y="2800"/>
              <a:ext cx="1512" cy="1513"/>
            </a:xfrm>
            <a:prstGeom prst="rect">
              <a:avLst/>
            </a:prstGeom>
            <a:solidFill>
              <a:schemeClr val="accent1">
                <a:alpha val="12157"/>
              </a:schemeClr>
            </a:solidFill>
            <a:ln w="127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666" name="Rectangle 220"/>
            <p:cNvSpPr/>
            <p:nvPr/>
          </p:nvSpPr>
          <p:spPr>
            <a:xfrm>
              <a:off x="10830" y="2800"/>
              <a:ext cx="1513" cy="1513"/>
            </a:xfrm>
            <a:prstGeom prst="rect">
              <a:avLst/>
            </a:prstGeom>
            <a:solidFill>
              <a:schemeClr val="accent1">
                <a:alpha val="12157"/>
              </a:schemeClr>
            </a:solidFill>
            <a:ln w="127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667" name="Rectangle 221"/>
            <p:cNvSpPr/>
            <p:nvPr/>
          </p:nvSpPr>
          <p:spPr>
            <a:xfrm>
              <a:off x="7745" y="4373"/>
              <a:ext cx="1513" cy="1512"/>
            </a:xfrm>
            <a:prstGeom prst="rect">
              <a:avLst/>
            </a:prstGeom>
            <a:solidFill>
              <a:schemeClr val="accent1">
                <a:alpha val="12157"/>
              </a:schemeClr>
            </a:solidFill>
            <a:ln w="127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668" name="Rectangle 222"/>
            <p:cNvSpPr/>
            <p:nvPr/>
          </p:nvSpPr>
          <p:spPr>
            <a:xfrm>
              <a:off x="9318" y="4373"/>
              <a:ext cx="1512" cy="1512"/>
            </a:xfrm>
            <a:prstGeom prst="rect">
              <a:avLst/>
            </a:prstGeom>
            <a:solidFill>
              <a:schemeClr val="accent1">
                <a:alpha val="12157"/>
              </a:schemeClr>
            </a:solidFill>
            <a:ln w="127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669" name="Rectangle 223"/>
            <p:cNvSpPr/>
            <p:nvPr/>
          </p:nvSpPr>
          <p:spPr>
            <a:xfrm>
              <a:off x="10830" y="4373"/>
              <a:ext cx="1513" cy="1512"/>
            </a:xfrm>
            <a:prstGeom prst="rect">
              <a:avLst/>
            </a:prstGeom>
            <a:solidFill>
              <a:schemeClr val="accent1">
                <a:alpha val="12157"/>
              </a:schemeClr>
            </a:solidFill>
            <a:ln w="127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670" name="Rectangle 224"/>
            <p:cNvSpPr/>
            <p:nvPr/>
          </p:nvSpPr>
          <p:spPr>
            <a:xfrm>
              <a:off x="7745" y="6005"/>
              <a:ext cx="1513" cy="1513"/>
            </a:xfrm>
            <a:prstGeom prst="rect">
              <a:avLst/>
            </a:prstGeom>
            <a:solidFill>
              <a:schemeClr val="accent1">
                <a:alpha val="12157"/>
              </a:schemeClr>
            </a:solidFill>
            <a:ln w="127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671" name="Rectangle 225"/>
            <p:cNvSpPr/>
            <p:nvPr/>
          </p:nvSpPr>
          <p:spPr>
            <a:xfrm>
              <a:off x="9318" y="6005"/>
              <a:ext cx="1512" cy="1513"/>
            </a:xfrm>
            <a:prstGeom prst="rect">
              <a:avLst/>
            </a:prstGeom>
            <a:solidFill>
              <a:schemeClr val="accent1">
                <a:alpha val="12157"/>
              </a:schemeClr>
            </a:solidFill>
            <a:ln w="127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672" name="Rectangle 226"/>
            <p:cNvSpPr/>
            <p:nvPr/>
          </p:nvSpPr>
          <p:spPr>
            <a:xfrm>
              <a:off x="10830" y="6005"/>
              <a:ext cx="1513" cy="1513"/>
            </a:xfrm>
            <a:prstGeom prst="rect">
              <a:avLst/>
            </a:prstGeom>
            <a:solidFill>
              <a:schemeClr val="accent1">
                <a:alpha val="12157"/>
              </a:schemeClr>
            </a:solidFill>
            <a:ln w="12700" cap="flat" cmpd="sng">
              <a:solidFill>
                <a:srgbClr val="FF0000"/>
              </a:solidFill>
              <a:prstDash val="solid"/>
              <a:miter/>
              <a:headEnd type="none" w="med" len="med"/>
              <a:tailEnd type="none" w="med" len="med"/>
            </a:ln>
          </p:spPr>
          <p:txBody>
            <a:bodyPr wrap="none" anchor="ct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gr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31747" name="Rectangle 2"/>
          <p:cNvSpPr>
            <a:spLocks noGrp="1"/>
          </p:cNvSpPr>
          <p:nvPr>
            <p:ph type="title"/>
          </p:nvPr>
        </p:nvSpPr>
        <p:spPr>
          <a:xfrm>
            <a:off x="195580" y="-86360"/>
            <a:ext cx="7772400" cy="1066800"/>
          </a:xfrm>
        </p:spPr>
        <p:txBody>
          <a:bodyPr vert="horz" wrap="square" lIns="92075" tIns="46038" rIns="92075" bIns="46038" anchor="ctr"/>
          <a:p>
            <a:r>
              <a:rPr lang="zh-CN" altLang="en-US" b="0" dirty="0">
                <a:latin typeface="微软雅黑" panose="020B0503020204020204" pitchFamily="34" charset="-122"/>
                <a:ea typeface="微软雅黑" panose="020B0503020204020204" pitchFamily="34" charset="-122"/>
              </a:rPr>
              <a:t>多维数组</a:t>
            </a:r>
            <a:endParaRPr lang="zh-CN" altLang="en-US" b="0" dirty="0">
              <a:latin typeface="微软雅黑" panose="020B0503020204020204" pitchFamily="34" charset="-122"/>
              <a:ea typeface="微软雅黑" panose="020B0503020204020204" pitchFamily="34" charset="-122"/>
            </a:endParaRPr>
          </a:p>
        </p:txBody>
      </p:sp>
      <p:sp>
        <p:nvSpPr>
          <p:cNvPr id="31748" name="Rectangle 3"/>
          <p:cNvSpPr>
            <a:spLocks noGrp="1"/>
          </p:cNvSpPr>
          <p:nvPr>
            <p:ph idx="1"/>
          </p:nvPr>
        </p:nvSpPr>
        <p:spPr>
          <a:xfrm>
            <a:off x="467360" y="980440"/>
            <a:ext cx="8261350" cy="4812665"/>
          </a:xfrm>
        </p:spPr>
        <p:txBody>
          <a:bodyPr vert="horz" wrap="square" lIns="92075" tIns="46038" rIns="92075" bIns="46038" anchor="t">
            <a:normAutofit fontScale="80000"/>
          </a:bodyPr>
          <a:p>
            <a:pPr>
              <a:lnSpc>
                <a:spcPct val="120000"/>
              </a:lnSpc>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在</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Java</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中，你可以创建 </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维数组，其中</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是任意整数。 </a:t>
            </a: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对二维数组的声明以及二维数组的创建方法进行推广，用于声明</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维数组变量和创建  </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n</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维数组，这里的 </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n &gt;= 3</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20000"/>
              </a:lnSpc>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例如：明一个三维数组变量</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scores</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，创建一个数组并将它的引用赋值给</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scores</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buNone/>
            </a:pP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    </a:t>
            </a: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rPr>
              <a:t>double[][][] scores = new double[10][5][2];</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a:p>
            <a:pPr marL="0" indent="0">
              <a:buNone/>
            </a:pP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scores.length;</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a:buNone/>
            </a:pP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scores [1].length;</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a:buNone/>
            </a:pPr>
            <a:r>
              <a:rPr lang="en-US" altLang="zh-CN" sz="2800" dirty="0">
                <a:latin typeface="微软雅黑" panose="020B0503020204020204" pitchFamily="34" charset="-122"/>
                <a:ea typeface="微软雅黑" panose="020B0503020204020204" pitchFamily="34" charset="-122"/>
                <a:cs typeface="微软雅黑" panose="020B0503020204020204" pitchFamily="34" charset="-122"/>
                <a:sym typeface="+mn-ea"/>
              </a:rPr>
              <a:t>scores[1][2].length; </a:t>
            </a:r>
            <a:endParaRPr lang="en-US" altLang="zh-CN" sz="28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灯片编号占位符 4"/>
          <p:cNvSpPr txBox="1">
            <a:spLocks noGrp="1"/>
          </p:cNvSpPr>
          <p:nvPr>
            <p:ph type="sldNum" sz="quarter" idx="11"/>
          </p:nvPr>
        </p:nvSpPr>
        <p:spPr/>
        <p:txBody>
          <a:bodyPr wrap="none" lIns="92075" tIns="46038" rIns="92075" bIns="46038" anchor="ctr"/>
          <a:p>
            <a:pPr marL="0" indent="0" algn="r">
              <a:spcBef>
                <a:spcPct val="0"/>
              </a:spcBef>
              <a:buClrTx/>
              <a:buSzTx/>
              <a:buFontTx/>
              <a:buNone/>
            </a:pPr>
            <a:fld id="{9A0DB2DC-4C9A-4742-B13C-FB6460FD3503}" type="slidenum">
              <a:rPr lang="zh-CN" altLang="en-US" sz="1400" dirty="0">
                <a:ea typeface="宋体" panose="02010600030101010101" pitchFamily="2" charset="-122"/>
              </a:rPr>
            </a:fld>
            <a:endParaRPr lang="zh-CN" altLang="en-US" sz="1400" dirty="0">
              <a:ea typeface="宋体" panose="02010600030101010101" pitchFamily="2" charset="-122"/>
            </a:endParaRPr>
          </a:p>
        </p:txBody>
      </p:sp>
      <p:sp>
        <p:nvSpPr>
          <p:cNvPr id="32772" name="Rectangle 3"/>
          <p:cNvSpPr>
            <a:spLocks noGrp="1"/>
          </p:cNvSpPr>
          <p:nvPr>
            <p:ph idx="1"/>
          </p:nvPr>
        </p:nvSpPr>
        <p:spPr>
          <a:xfrm>
            <a:off x="1856105" y="2807970"/>
            <a:ext cx="5201920" cy="1242695"/>
          </a:xfrm>
        </p:spPr>
        <p:txBody>
          <a:bodyPr vert="horz" wrap="square" lIns="92075" tIns="46038" rIns="92075" bIns="46038" anchor="t">
            <a:noAutofit/>
          </a:bodyPr>
          <a:p>
            <a:pPr marL="0" indent="0" fontAlgn="auto">
              <a:lnSpc>
                <a:spcPct val="150000"/>
              </a:lnSpc>
              <a:spcBef>
                <a:spcPts val="0"/>
              </a:spcBef>
              <a:buNone/>
            </a:pPr>
            <a:r>
              <a:rPr lang="zh-CN" altLang="en-US" sz="4400" dirty="0">
                <a:latin typeface="微软雅黑" panose="020B0503020204020204" pitchFamily="34" charset="-122"/>
                <a:ea typeface="微软雅黑" panose="020B0503020204020204" pitchFamily="34" charset="-122"/>
                <a:cs typeface="微软雅黑" panose="020B0503020204020204" pitchFamily="34" charset="-122"/>
              </a:rPr>
              <a:t>面向对象方法概述</a:t>
            </a:r>
            <a:endParaRPr lang="zh-CN" altLang="en-US" sz="44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32773" name="Rectangle 4"/>
          <p:cNvSpPr/>
          <p:nvPr/>
        </p:nvSpPr>
        <p:spPr>
          <a:xfrm>
            <a:off x="2971800" y="2514600"/>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
        <p:nvSpPr>
          <p:cNvPr id="32774" name="Rectangle 5"/>
          <p:cNvSpPr/>
          <p:nvPr/>
        </p:nvSpPr>
        <p:spPr>
          <a:xfrm>
            <a:off x="3352800" y="2971800"/>
            <a:ext cx="9144000" cy="0"/>
          </a:xfrm>
          <a:prstGeom prst="rect">
            <a:avLst/>
          </a:prstGeom>
          <a:noFill/>
          <a:ln w="9525">
            <a:noFill/>
          </a:ln>
        </p:spPr>
        <p:txBody>
          <a:bodyPr>
            <a:spAutoFit/>
          </a:bodyPr>
          <a:lstStyle>
            <a:lvl1pPr marL="342900" indent="-342900" algn="l" rtl="0" eaLnBrk="0" fontAlgn="base" hangingPunct="0">
              <a:spcBef>
                <a:spcPct val="20000"/>
              </a:spcBef>
              <a:spcAft>
                <a:spcPct val="0"/>
              </a:spcAft>
              <a:buClr>
                <a:schemeClr val="tx2"/>
              </a:buClr>
              <a:buSzPct val="75000"/>
              <a:buFont typeface="Monotype Sorts" pitchFamily="2" charset="2"/>
              <a:buChar char="F"/>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lr>
                <a:schemeClr val="accent2"/>
              </a:buClr>
              <a:buSzPct val="65000"/>
              <a:buFont typeface="Monotype Sorts" pitchFamily="2" charset="2"/>
              <a:buChar char="u"/>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lr>
                <a:schemeClr val="tx1"/>
              </a:buClr>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lr>
                <a:schemeClr val="tx2"/>
              </a:buClr>
              <a:buChar char="•"/>
              <a:defRPr sz="2000" kern="1200">
                <a:solidFill>
                  <a:schemeClr val="tx1"/>
                </a:solidFill>
                <a:latin typeface="+mn-lt"/>
                <a:ea typeface="+mn-ea"/>
                <a:cs typeface="+mn-cs"/>
              </a:defRPr>
            </a:lvl5pPr>
          </a:lstStyle>
          <a:p>
            <a:pPr marL="0" lvl="0" indent="0">
              <a:spcBef>
                <a:spcPct val="0"/>
              </a:spcBef>
              <a:buClrTx/>
              <a:buSzTx/>
              <a:buFontTx/>
              <a:buNone/>
            </a:pPr>
            <a:endParaRPr lang="zh-CN" altLang="en-US" sz="2400" dirty="0">
              <a:ea typeface="宋体" panose="02010600030101010101" pitchFamily="2"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b="0"/>
              <a:t>对象</a:t>
            </a:r>
            <a:endParaRPr lang="zh-CN" altLang="en-US" b="0"/>
          </a:p>
        </p:txBody>
      </p:sp>
      <p:sp>
        <p:nvSpPr>
          <p:cNvPr id="3" name="内容占位符 2"/>
          <p:cNvSpPr>
            <a:spLocks noGrp="1"/>
          </p:cNvSpPr>
          <p:nvPr>
            <p:ph sz="quarter" idx="12"/>
          </p:nvPr>
        </p:nvSpPr>
        <p:spPr/>
        <p:txBody>
          <a:bodyPr>
            <a:noAutofit/>
          </a:bodyPr>
          <a:p>
            <a:r>
              <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rPr>
              <a:t>万物皆对象</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对象是现实世界中的一个实际存在的事物，可以是有形的，如车辆、房屋等，也可以是无形的，如国家、生产计划等。而人们在开发一个系统时，则在一定的范围（也称问题域）内考虑和认识与系统目标有关的事物，并用系统中的对象来</a:t>
            </a:r>
            <a:r>
              <a:rPr lang="zh-CN" altLang="en-US" sz="20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抽象</a:t>
            </a: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地表示它们。在这里，对象只描述客观事物本质的、与系统目标有关的特征，而不考虑那些非本质的、与系统目标无关的特征。</a:t>
            </a:r>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endPar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0"/>
            <a:r>
              <a:rPr lang="zh-CN" altLang="en-US" sz="2000" dirty="0">
                <a:latin typeface="微软雅黑" panose="020B0503020204020204" pitchFamily="34" charset="-122"/>
                <a:ea typeface="微软雅黑" panose="020B0503020204020204" pitchFamily="34" charset="-122"/>
                <a:cs typeface="微软雅黑" panose="020B0503020204020204" pitchFamily="34" charset="-122"/>
                <a:sym typeface="+mn-ea"/>
              </a:rPr>
              <a:t>对象是构成系统的一个基本单位，由一组属性（状态、特征）和对这组属性进行操作（动作、行为）的一组服务组成</a:t>
            </a:r>
            <a:r>
              <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mn-ea"/>
              </a:rPr>
              <a:t>。</a:t>
            </a:r>
            <a:endPar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r>
              <a:rPr lang="zh-CN" altLang="en-US" sz="1860" dirty="0">
                <a:latin typeface="微软雅黑" panose="020B0503020204020204" pitchFamily="34" charset="-122"/>
                <a:ea typeface="微软雅黑" panose="020B0503020204020204" pitchFamily="34" charset="-122"/>
                <a:cs typeface="微软雅黑" panose="020B0503020204020204" pitchFamily="34" charset="-122"/>
                <a:sym typeface="+mn-ea"/>
              </a:rPr>
              <a:t>属性是用来描述对象静态特征，由数据域表示。</a:t>
            </a:r>
            <a:endParaRPr lang="zh-CN" altLang="en-US" sz="186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pPr lvl="1"/>
            <a:r>
              <a:rPr lang="zh-CN" altLang="en-US" sz="1860" dirty="0">
                <a:latin typeface="微软雅黑" panose="020B0503020204020204" pitchFamily="34" charset="-122"/>
                <a:ea typeface="微软雅黑" panose="020B0503020204020204" pitchFamily="34" charset="-122"/>
                <a:cs typeface="微软雅黑" panose="020B0503020204020204" pitchFamily="34" charset="-122"/>
                <a:sym typeface="+mn-ea"/>
              </a:rPr>
              <a:t>服务是用来描述对象动态特征（行为）的一个操作序列，由方法定义。 </a:t>
            </a:r>
            <a:br>
              <a:rPr lang="zh-CN" altLang="en-US" sz="1860" dirty="0">
                <a:latin typeface="微软雅黑" panose="020B0503020204020204" pitchFamily="34" charset="-122"/>
                <a:ea typeface="微软雅黑" panose="020B0503020204020204" pitchFamily="34" charset="-122"/>
                <a:cs typeface="微软雅黑" panose="020B0503020204020204" pitchFamily="34" charset="-122"/>
                <a:sym typeface="+mn-ea"/>
              </a:rPr>
            </a:br>
            <a:endParaRPr lang="zh-CN" altLang="en-US" sz="1860" dirty="0">
              <a:latin typeface="微软雅黑" panose="020B0503020204020204" pitchFamily="34" charset="-122"/>
              <a:ea typeface="微软雅黑" panose="020B0503020204020204" pitchFamily="34" charset="-122"/>
              <a:cs typeface="微软雅黑" panose="020B0503020204020204" pitchFamily="34" charset="-122"/>
              <a:sym typeface="+mn-ea"/>
            </a:endParaRPr>
          </a:p>
          <a:p>
            <a:endParaRPr lang="zh-CN" altLang="en-US" sz="2200" dirty="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4" name="灯片编号占位符 3"/>
          <p:cNvSpPr>
            <a:spLocks noGrp="1"/>
          </p:cNvSpPr>
          <p:nvPr>
            <p:ph type="sldNum" sz="quarter" idx="11"/>
          </p:nvPr>
        </p:nvSpPr>
        <p:spPr/>
        <p:txBody>
          <a:bodyPr/>
          <a:p>
            <a:r>
              <a:rPr lang="en-US" altLang="zh-CN" dirty="0" smtClean="0"/>
              <a:t>P</a:t>
            </a:r>
            <a:fld id="{62DCC93C-90AC-48A1-9D9E-CBAB17A91522}" type="slidenum">
              <a:rPr lang="zh-CN" altLang="en-US" dirty="0" smtClean="0"/>
            </a:fld>
            <a:endParaRPr lang="zh-CN" alt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标题 50177"/>
          <p:cNvSpPr>
            <a:spLocks noGrp="1" noRot="1"/>
          </p:cNvSpPr>
          <p:nvPr>
            <p:ph type="title"/>
          </p:nvPr>
        </p:nvSpPr>
        <p:spPr/>
        <p:txBody>
          <a:bodyPr anchor="ctr"/>
          <a:p>
            <a:r>
              <a:rPr lang="zh-CN" altLang="en-US" b="0" dirty="0">
                <a:solidFill>
                  <a:schemeClr val="tx1"/>
                </a:solidFill>
              </a:rPr>
              <a:t>类</a:t>
            </a:r>
            <a:endParaRPr lang="zh-CN" altLang="en-US" b="0" dirty="0">
              <a:solidFill>
                <a:schemeClr val="tx1"/>
              </a:solidFill>
            </a:endParaRPr>
          </a:p>
        </p:txBody>
      </p:sp>
      <p:sp>
        <p:nvSpPr>
          <p:cNvPr id="50179" name="文本占位符 50178"/>
          <p:cNvSpPr>
            <a:spLocks noGrp="1" noRot="1"/>
          </p:cNvSpPr>
          <p:nvPr>
            <p:ph type="body" idx="1"/>
          </p:nvPr>
        </p:nvSpPr>
        <p:spPr>
          <a:xfrm>
            <a:off x="263525" y="1028700"/>
            <a:ext cx="8616950" cy="4800600"/>
          </a:xfrm>
        </p:spPr>
        <p:txBody>
          <a:bodyPr/>
          <a:p>
            <a:pPr>
              <a:buClr>
                <a:srgbClr val="7030A0"/>
              </a:buClr>
              <a:buFont typeface="Wingdings" panose="05000000000000000000" charset="0"/>
              <a:buChar char="n"/>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类（</a:t>
            </a:r>
            <a:r>
              <a:rPr lang="en-US" altLang="zh-CN" sz="2400" dirty="0">
                <a:latin typeface="微软雅黑" panose="020B0503020204020204" pitchFamily="34" charset="-122"/>
                <a:ea typeface="微软雅黑" panose="020B0503020204020204" pitchFamily="34" charset="-122"/>
                <a:cs typeface="微软雅黑" panose="020B0503020204020204" pitchFamily="34" charset="-122"/>
              </a:rPr>
              <a:t>Class</a:t>
            </a: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）是具有相同属性和服务的一组对象的集合，它为属于该类的全部对象提供了统一的抽象描述。</a:t>
            </a:r>
            <a:endParaRPr lang="zh-CN" altLang="en-US" sz="2400" dirty="0">
              <a:latin typeface="微软雅黑" panose="020B0503020204020204" pitchFamily="34" charset="-122"/>
              <a:ea typeface="微软雅黑" panose="020B0503020204020204" pitchFamily="34" charset="-122"/>
              <a:cs typeface="微软雅黑" panose="020B0503020204020204" pitchFamily="34" charset="-122"/>
            </a:endParaRPr>
          </a:p>
          <a:p>
            <a:pPr>
              <a:buClr>
                <a:srgbClr val="7030A0"/>
              </a:buClr>
              <a:buFont typeface="Wingdings" panose="05000000000000000000" charset="0"/>
              <a:buChar char="n"/>
            </a:pPr>
            <a:r>
              <a:rPr lang="zh-CN" altLang="en-US" sz="2400" dirty="0">
                <a:latin typeface="微软雅黑" panose="020B0503020204020204" pitchFamily="34" charset="-122"/>
                <a:ea typeface="微软雅黑" panose="020B0503020204020204" pitchFamily="34" charset="-122"/>
                <a:cs typeface="微软雅黑" panose="020B0503020204020204" pitchFamily="34" charset="-122"/>
              </a:rPr>
              <a:t>类好比是一个对象模板，用它可以产生多个对象。类所代表的是一个抽象的概念或事物，在客观世界中实际存在的是类的实例，即对象</a:t>
            </a:r>
            <a: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8196" name="图片 8195"/>
          <p:cNvPicPr>
            <a:picLocks noChangeAspect="1"/>
          </p:cNvPicPr>
          <p:nvPr>
            <p:custDataLst>
              <p:tags r:id="rId1"/>
            </p:custDataLst>
          </p:nvPr>
        </p:nvPicPr>
        <p:blipFill>
          <a:blip r:embed="rId2"/>
          <a:stretch>
            <a:fillRect/>
          </a:stretch>
        </p:blipFill>
        <p:spPr>
          <a:xfrm>
            <a:off x="3289300" y="3500120"/>
            <a:ext cx="3742690" cy="2781300"/>
          </a:xfrm>
          <a:prstGeom prst="rect">
            <a:avLst/>
          </a:prstGeom>
          <a:noFill/>
          <a:ln w="9525">
            <a:noFill/>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7" name="文本占位符 52226"/>
          <p:cNvSpPr>
            <a:spLocks noGrp="1" noRot="1"/>
          </p:cNvSpPr>
          <p:nvPr>
            <p:ph type="body" idx="1"/>
          </p:nvPr>
        </p:nvSpPr>
        <p:spPr>
          <a:xfrm>
            <a:off x="263525" y="1184275"/>
            <a:ext cx="8616950" cy="4800600"/>
          </a:xfrm>
        </p:spPr>
        <p:txBody>
          <a:bodyPr>
            <a:normAutofit fontScale="90000"/>
          </a:bodyPr>
          <a:p>
            <a:pPr marL="0" fontAlgn="auto">
              <a:spcBef>
                <a:spcPts val="0"/>
              </a:spcBef>
              <a:buClr>
                <a:srgbClr val="7030A0"/>
              </a:buClr>
              <a:buFont typeface="Wingdings" panose="05000000000000000000" charset="0"/>
              <a:buChar char="n"/>
            </a:pPr>
            <a:r>
              <a:rPr lang="zh-CN" altLang="en-US" sz="2800" dirty="0"/>
              <a:t>把众多的事物归纳并划分成一些类是人类在认识客观世界时经常采用的思维方法，从那些与当前目标有关的本质特征中找出事物的共性，并将具有共同性质的事物划分成一类，得出一个概念。例如：人、房屋、树木等都是一些概念，它们是一些具有共同特征的事物的集合，称为类。</a:t>
            </a:r>
            <a:endParaRPr lang="zh-CN" altLang="en-US" sz="2800" dirty="0"/>
          </a:p>
          <a:p>
            <a:pPr marL="0" fontAlgn="auto">
              <a:spcBef>
                <a:spcPts val="0"/>
              </a:spcBef>
              <a:buClr>
                <a:srgbClr val="7030A0"/>
              </a:buClr>
              <a:buFont typeface="Wingdings" panose="05000000000000000000" charset="0"/>
              <a:buChar char="n"/>
            </a:pPr>
            <a:endParaRPr lang="zh-CN" altLang="en-US" sz="2800" dirty="0"/>
          </a:p>
          <a:p>
            <a:pPr marL="0" fontAlgn="auto">
              <a:buClr>
                <a:srgbClr val="7030A0"/>
              </a:buClr>
              <a:buFont typeface="Wingdings" panose="05000000000000000000" charset="0"/>
              <a:buChar char="n"/>
            </a:pPr>
            <a:r>
              <a:rPr lang="zh-CN" altLang="en-US" sz="2800" dirty="0"/>
              <a:t>类的概念使我们能对属于该类的全部个体事物进行统一的描述，</a:t>
            </a:r>
            <a:r>
              <a:rPr lang="en-US" altLang="zh-CN" sz="2800" dirty="0"/>
              <a:t>"</a:t>
            </a:r>
            <a:r>
              <a:rPr lang="zh-CN" altLang="en-US" sz="2800" dirty="0"/>
              <a:t>树具有树根、树干、树枝和树叶，它能进行光合作用</a:t>
            </a:r>
            <a:r>
              <a:rPr lang="en-US" altLang="zh-CN" sz="2800" dirty="0"/>
              <a:t>"</a:t>
            </a:r>
            <a:r>
              <a:rPr lang="zh-CN" altLang="en-US" sz="2800" dirty="0"/>
              <a:t>，这个描述适合所有树，而不必对每一棵具体的树进行描述。 </a:t>
            </a:r>
            <a:endParaRPr lang="zh-CN" altLang="en-US" sz="2800" dirty="0"/>
          </a:p>
        </p:txBody>
      </p:sp>
      <p:sp>
        <p:nvSpPr>
          <p:cNvPr id="2" name="标题 1"/>
          <p:cNvSpPr/>
          <p:nvPr>
            <p:ph type="title"/>
          </p:nvPr>
        </p:nvSpPr>
        <p:spPr/>
        <p:txBody>
          <a:bodyPr/>
          <a:p>
            <a:endParaRPr lang="zh-CN" alt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3" name="文本占位符 51202"/>
          <p:cNvSpPr>
            <a:spLocks noGrp="1" noRot="1"/>
          </p:cNvSpPr>
          <p:nvPr>
            <p:ph type="body" sz="half" idx="1"/>
          </p:nvPr>
        </p:nvSpPr>
        <p:spPr>
          <a:xfrm>
            <a:off x="256540" y="1254125"/>
            <a:ext cx="8540750" cy="2368550"/>
          </a:xfrm>
        </p:spPr>
        <p:txBody>
          <a:bodyPr/>
          <a:p>
            <a:pPr>
              <a:buClr>
                <a:schemeClr val="hlink"/>
              </a:buClr>
              <a:buSzPct val="70000"/>
              <a:buFont typeface="Wingdings" panose="05000000000000000000" pitchFamily="2" charset="2"/>
              <a:buNone/>
            </a:pPr>
            <a:r>
              <a:rPr lang="zh-CN" altLang="en-US" sz="2800" dirty="0"/>
              <a:t>举例：在学校教学管理系统中，“学生”是一个类，其属性具有姓名、性别、年龄等，可以定义“入学注册”、“选课”等操作。一个具体的学生“王平”是一个对象，也是“学生”类的一个实例。</a:t>
            </a:r>
            <a:endParaRPr lang="zh-CN" altLang="en-US" sz="2800" dirty="0"/>
          </a:p>
          <a:p>
            <a:pPr>
              <a:buClr>
                <a:schemeClr val="hlink"/>
              </a:buClr>
              <a:buSzPct val="70000"/>
              <a:buFont typeface="Wingdings" panose="05000000000000000000" pitchFamily="2" charset="2"/>
              <a:buNone/>
            </a:pPr>
            <a:endParaRPr lang="zh-CN" altLang="en-US" sz="2800" dirty="0"/>
          </a:p>
        </p:txBody>
      </p:sp>
      <p:pic>
        <p:nvPicPr>
          <p:cNvPr id="51204" name="图片 51203" descr="5"/>
          <p:cNvPicPr>
            <a:picLocks noChangeAspect="1"/>
          </p:cNvPicPr>
          <p:nvPr/>
        </p:nvPicPr>
        <p:blipFill>
          <a:blip r:embed="rId1"/>
          <a:srcRect t="8713"/>
          <a:stretch>
            <a:fillRect/>
          </a:stretch>
        </p:blipFill>
        <p:spPr>
          <a:xfrm>
            <a:off x="4648835" y="3909695"/>
            <a:ext cx="3352800" cy="2355215"/>
          </a:xfrm>
          <a:prstGeom prst="rect">
            <a:avLst/>
          </a:prstGeom>
          <a:noFill/>
          <a:ln w="9525">
            <a:noFill/>
          </a:ln>
        </p:spPr>
      </p:pic>
      <p:pic>
        <p:nvPicPr>
          <p:cNvPr id="51205" name="图片 51204" descr="6"/>
          <p:cNvPicPr>
            <a:picLocks noChangeAspect="1"/>
          </p:cNvPicPr>
          <p:nvPr/>
        </p:nvPicPr>
        <p:blipFill>
          <a:blip r:embed="rId2"/>
          <a:srcRect l="-1087" t="10749" r="1087" b="2126"/>
          <a:stretch>
            <a:fillRect/>
          </a:stretch>
        </p:blipFill>
        <p:spPr>
          <a:xfrm>
            <a:off x="661670" y="3974465"/>
            <a:ext cx="3505200" cy="2290445"/>
          </a:xfrm>
          <a:prstGeom prst="rect">
            <a:avLst/>
          </a:prstGeom>
          <a:noFill/>
          <a:ln w="9525">
            <a:noFill/>
          </a:ln>
        </p:spPr>
      </p:pic>
      <p:sp>
        <p:nvSpPr>
          <p:cNvPr id="51248" name="右箭头 51247"/>
          <p:cNvSpPr/>
          <p:nvPr/>
        </p:nvSpPr>
        <p:spPr>
          <a:xfrm>
            <a:off x="3514725" y="4592955"/>
            <a:ext cx="976313" cy="485775"/>
          </a:xfrm>
          <a:prstGeom prst="rightArrow">
            <a:avLst>
              <a:gd name="adj1" fmla="val 50000"/>
              <a:gd name="adj2" fmla="val 50245"/>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标题 53249"/>
          <p:cNvSpPr>
            <a:spLocks noGrp="1" noRot="1"/>
          </p:cNvSpPr>
          <p:nvPr>
            <p:ph type="title"/>
          </p:nvPr>
        </p:nvSpPr>
        <p:spPr/>
        <p:txBody>
          <a:bodyPr anchor="ctr"/>
          <a:p>
            <a:r>
              <a:rPr lang="zh-CN" altLang="en-US" b="0" dirty="0">
                <a:solidFill>
                  <a:schemeClr val="tx1"/>
                </a:solidFill>
              </a:rPr>
              <a:t>封装</a:t>
            </a:r>
            <a:endParaRPr lang="zh-CN" altLang="en-US" b="0" dirty="0">
              <a:solidFill>
                <a:schemeClr val="tx1"/>
              </a:solidFill>
            </a:endParaRPr>
          </a:p>
        </p:txBody>
      </p:sp>
      <p:sp>
        <p:nvSpPr>
          <p:cNvPr id="53251" name="文本占位符 53250"/>
          <p:cNvSpPr>
            <a:spLocks noGrp="1" noRot="1"/>
          </p:cNvSpPr>
          <p:nvPr>
            <p:ph type="body" idx="1"/>
          </p:nvPr>
        </p:nvSpPr>
        <p:spPr>
          <a:xfrm>
            <a:off x="263525" y="1347470"/>
            <a:ext cx="8616950" cy="4800600"/>
          </a:xfrm>
        </p:spPr>
        <p:txBody>
          <a:bodyPr>
            <a:normAutofit fontScale="90000"/>
          </a:bodyPr>
          <a:p>
            <a:pPr>
              <a:buClr>
                <a:srgbClr val="7030A0"/>
              </a:buClr>
              <a:buFont typeface="Wingdings" panose="05000000000000000000" charset="0"/>
              <a:buChar char="n"/>
            </a:pPr>
            <a:r>
              <a:rPr lang="zh-CN" altLang="en-US" sz="2800" dirty="0"/>
              <a:t>封装（</a:t>
            </a:r>
            <a:r>
              <a:rPr lang="en-US" altLang="zh-CN" sz="2800" dirty="0"/>
              <a:t>Encapsulation</a:t>
            </a:r>
            <a:r>
              <a:rPr lang="zh-CN" altLang="en-US" sz="2800" dirty="0"/>
              <a:t>）是把对象的属性和服务结合成一个独立的系统单位，并尽可能隐藏对象的内部细节。</a:t>
            </a:r>
            <a:endParaRPr lang="zh-CN" altLang="en-US" sz="2800" dirty="0"/>
          </a:p>
          <a:p>
            <a:pPr>
              <a:buClr>
                <a:srgbClr val="7030A0"/>
              </a:buClr>
              <a:buFont typeface="Wingdings" panose="05000000000000000000" charset="0"/>
              <a:buChar char="n"/>
            </a:pPr>
            <a:r>
              <a:rPr lang="zh-CN" altLang="en-US" sz="2800" dirty="0"/>
              <a:t>封装是面向对象方法的一个重要原则，系统中把对象看成是属性和对象的结合体，使对象能够集中而完整地描述一个具体事物。封装的信息隐蔽作用反映了事物的相对独立性，当我们从外部观察对象时，只需要了解对象所呈现的外部行为（即做什么），而不必关心它的内部细节（即怎么做）。</a:t>
            </a:r>
            <a:br>
              <a:rPr lang="zh-CN" altLang="en-US" sz="2800" dirty="0"/>
            </a:br>
            <a:r>
              <a:rPr lang="zh-CN" altLang="en-US" sz="2800" dirty="0"/>
              <a:t>　　</a:t>
            </a:r>
            <a:endParaRPr lang="zh-CN" altLang="en-US" sz="2800"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9" name="文本占位符 55298"/>
          <p:cNvSpPr>
            <a:spLocks noGrp="1" noRot="1"/>
          </p:cNvSpPr>
          <p:nvPr>
            <p:ph type="body" idx="1"/>
          </p:nvPr>
        </p:nvSpPr>
        <p:spPr>
          <a:xfrm>
            <a:off x="263525" y="1390650"/>
            <a:ext cx="8616950" cy="4800600"/>
          </a:xfrm>
        </p:spPr>
        <p:txBody>
          <a:bodyPr/>
          <a:p>
            <a:pPr>
              <a:buNone/>
            </a:pPr>
            <a:r>
              <a:rPr lang="zh-CN" altLang="en-US" sz="2400" dirty="0"/>
              <a:t>举例：电视机包括外形尺寸、分辨率、电压、电流等属性，具有打开、关闭、调谐频道、转换频道、设置图象等服务，封装意味着将这些属性和服务结合成一个不可分的整体，它对外有一个显示屏、插头和一些按钮等接口，用户通过这些接口使用电视机，而不关心其内部的实现细节。</a:t>
            </a:r>
            <a:endParaRPr lang="zh-CN" altLang="en-US" sz="2400" dirty="0"/>
          </a:p>
          <a:p>
            <a:pPr>
              <a:buNone/>
            </a:pPr>
            <a:endParaRPr lang="zh-CN" altLang="en-US" dirty="0"/>
          </a:p>
        </p:txBody>
      </p:sp>
      <p:pic>
        <p:nvPicPr>
          <p:cNvPr id="55300" name="图片 55299" descr="7"/>
          <p:cNvPicPr>
            <a:picLocks noChangeAspect="1"/>
          </p:cNvPicPr>
          <p:nvPr/>
        </p:nvPicPr>
        <p:blipFill>
          <a:blip r:embed="rId1"/>
          <a:stretch>
            <a:fillRect/>
          </a:stretch>
        </p:blipFill>
        <p:spPr>
          <a:xfrm>
            <a:off x="1564640" y="3941445"/>
            <a:ext cx="2333625" cy="1895475"/>
          </a:xfrm>
          <a:prstGeom prst="rect">
            <a:avLst/>
          </a:prstGeom>
          <a:noFill/>
          <a:ln w="9525">
            <a:noFill/>
          </a:ln>
        </p:spPr>
      </p:pic>
      <p:pic>
        <p:nvPicPr>
          <p:cNvPr id="55301" name="图片 55300" descr="8"/>
          <p:cNvPicPr>
            <a:picLocks noChangeAspect="1"/>
          </p:cNvPicPr>
          <p:nvPr/>
        </p:nvPicPr>
        <p:blipFill>
          <a:blip r:embed="rId2"/>
          <a:stretch>
            <a:fillRect/>
          </a:stretch>
        </p:blipFill>
        <p:spPr>
          <a:xfrm>
            <a:off x="5614670" y="4113530"/>
            <a:ext cx="1857375" cy="1695450"/>
          </a:xfrm>
          <a:prstGeom prst="rect">
            <a:avLst/>
          </a:prstGeom>
          <a:noFill/>
          <a:ln w="9525">
            <a:noFill/>
          </a:ln>
        </p:spPr>
      </p:pic>
      <p:sp>
        <p:nvSpPr>
          <p:cNvPr id="55315" name="右箭头 55314"/>
          <p:cNvSpPr/>
          <p:nvPr/>
        </p:nvSpPr>
        <p:spPr>
          <a:xfrm>
            <a:off x="4234180" y="4718685"/>
            <a:ext cx="976313" cy="485775"/>
          </a:xfrm>
          <a:prstGeom prst="rightArrow">
            <a:avLst>
              <a:gd name="adj1" fmla="val 50000"/>
              <a:gd name="adj2" fmla="val 50245"/>
            </a:avLst>
          </a:prstGeom>
          <a:solidFill>
            <a:schemeClr val="accent1"/>
          </a:solidFill>
          <a:ln w="9525" cap="flat" cmpd="sng">
            <a:solidFill>
              <a:schemeClr val="tx1"/>
            </a:solidFill>
            <a:prstDash val="solid"/>
            <a:miter/>
            <a:headEnd type="none" w="med" len="med"/>
            <a:tailEnd type="none" w="med" len="med"/>
          </a:ln>
        </p:spPr>
        <p:txBody>
          <a:bodyPr/>
          <a:p>
            <a:endParaRPr lang="zh-CN" alt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标题 66561"/>
          <p:cNvSpPr>
            <a:spLocks noGrp="1" noRot="1"/>
          </p:cNvSpPr>
          <p:nvPr>
            <p:ph type="title"/>
          </p:nvPr>
        </p:nvSpPr>
        <p:spPr/>
        <p:txBody>
          <a:bodyPr anchor="ctr"/>
          <a:p>
            <a:r>
              <a:rPr lang="zh-CN" altLang="en-US" b="1" dirty="0">
                <a:solidFill>
                  <a:schemeClr val="tx1"/>
                </a:solidFill>
              </a:rPr>
              <a:t>继承</a:t>
            </a:r>
            <a:endParaRPr lang="zh-CN" altLang="en-US" b="1" dirty="0">
              <a:solidFill>
                <a:schemeClr val="tx1"/>
              </a:solidFill>
            </a:endParaRPr>
          </a:p>
        </p:txBody>
      </p:sp>
      <p:sp>
        <p:nvSpPr>
          <p:cNvPr id="66563" name="文本占位符 66562"/>
          <p:cNvSpPr>
            <a:spLocks noGrp="1" noRot="1"/>
          </p:cNvSpPr>
          <p:nvPr>
            <p:ph type="body" idx="1"/>
          </p:nvPr>
        </p:nvSpPr>
        <p:spPr>
          <a:xfrm>
            <a:off x="263525" y="1253490"/>
            <a:ext cx="8616950" cy="4800600"/>
          </a:xfrm>
        </p:spPr>
        <p:txBody>
          <a:bodyPr>
            <a:normAutofit fontScale="25000"/>
          </a:bodyPr>
          <a:p>
            <a:pPr>
              <a:buClr>
                <a:srgbClr val="7030A0"/>
              </a:buClr>
              <a:buFont typeface="Wingdings" panose="05000000000000000000" charset="0"/>
              <a:buChar char="n"/>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继承（</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rPr>
              <a:t>Inheritance</a:t>
            </a: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）是指子类可以自动拥有父类的全部属性和服务。</a:t>
            </a: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endParaRPr>
          </a:p>
          <a:p>
            <a:pPr>
              <a:buClr>
                <a:srgbClr val="7030A0"/>
              </a:buClr>
              <a:buFont typeface="Wingdings" panose="05000000000000000000" charset="0"/>
              <a:buChar char="n"/>
            </a:pP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endParaRPr>
          </a:p>
          <a:p>
            <a:pPr>
              <a:buClr>
                <a:srgbClr val="7030A0"/>
              </a:buClr>
              <a:buFont typeface="Wingdings" panose="05000000000000000000" charset="0"/>
              <a:buChar char="n"/>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继承简化了人们对现实世界的认识和描述，在定义子类时不必重复定义那些已在父类中定义过的属性和服务，只要说明它是某个父类的子类，并定义自己特有的属性和服务即可。 </a:t>
            </a: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endParaRPr>
          </a:p>
          <a:p>
            <a:pPr>
              <a:buClr>
                <a:srgbClr val="7030A0"/>
              </a:buClr>
              <a:buFont typeface="Wingdings" panose="05000000000000000000" charset="0"/>
              <a:buChar char="n"/>
            </a:pP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endParaRPr>
          </a:p>
          <a:p>
            <a:pPr>
              <a:buClr>
                <a:srgbClr val="7030A0"/>
              </a:buClr>
              <a:buFont typeface="Wingdings" panose="05000000000000000000" charset="0"/>
              <a:buChar char="n"/>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t>举例：考虑轮船和客轮两个类，轮船具有吨位、时速、吃水线等属性和行驶、停泊等服务，客轮具有轮船的全部属性和服务，又有自己的特殊属性（如载客量）和服务（如供餐），因此客轮是轮船的子类，轮船是客轮的父类。</a:t>
            </a:r>
            <a:b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b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t>　　与父类</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t>子类等价的其他术语有一般类</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t>特殊类、超类</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t>子类、基类</a:t>
            </a:r>
            <a:r>
              <a:rPr lang="en-US" altLang="zh-CN" sz="8000" dirty="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t>派生类等</a:t>
            </a:r>
            <a:br>
              <a:rPr lang="zh-CN" altLang="en-US" sz="2800" dirty="0">
                <a:latin typeface="微软雅黑" panose="020B0503020204020204" pitchFamily="34" charset="-122"/>
                <a:ea typeface="微软雅黑" panose="020B0503020204020204" pitchFamily="34" charset="-122"/>
                <a:cs typeface="微软雅黑" panose="020B0503020204020204" pitchFamily="34" charset="-122"/>
              </a:rPr>
            </a:br>
            <a:endParaRPr lang="zh-CN" altLang="en-US" sz="28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标题 65537"/>
          <p:cNvSpPr>
            <a:spLocks noGrp="1" noRot="1"/>
          </p:cNvSpPr>
          <p:nvPr>
            <p:ph type="title"/>
          </p:nvPr>
        </p:nvSpPr>
        <p:spPr/>
        <p:txBody>
          <a:bodyPr anchor="ctr"/>
          <a:p>
            <a:r>
              <a:rPr lang="zh-CN" altLang="en-US" b="0" dirty="0">
                <a:solidFill>
                  <a:schemeClr val="tx1"/>
                </a:solidFill>
              </a:rPr>
              <a:t>消息</a:t>
            </a:r>
            <a:r>
              <a:rPr lang="zh-CN" altLang="en-US" dirty="0">
                <a:solidFill>
                  <a:schemeClr val="tx1"/>
                </a:solidFill>
              </a:rPr>
              <a:t> </a:t>
            </a:r>
            <a:endParaRPr lang="zh-CN" altLang="en-US" dirty="0">
              <a:solidFill>
                <a:schemeClr val="tx1"/>
              </a:solidFill>
            </a:endParaRPr>
          </a:p>
        </p:txBody>
      </p:sp>
      <p:sp>
        <p:nvSpPr>
          <p:cNvPr id="65539" name="文本占位符 65538"/>
          <p:cNvSpPr>
            <a:spLocks noGrp="1" noRot="1"/>
          </p:cNvSpPr>
          <p:nvPr>
            <p:ph type="body" idx="1"/>
          </p:nvPr>
        </p:nvSpPr>
        <p:spPr>
          <a:xfrm>
            <a:off x="228600" y="1132840"/>
            <a:ext cx="8385175" cy="5392420"/>
          </a:xfrm>
        </p:spPr>
        <p:txBody>
          <a:bodyPr>
            <a:normAutofit fontScale="70000"/>
          </a:bodyPr>
          <a:p>
            <a:pPr>
              <a:buClr>
                <a:srgbClr val="7030A0"/>
              </a:buClr>
              <a:buFont typeface="Wingdings" panose="05000000000000000000" charset="0"/>
              <a:buChar char="n"/>
            </a:pPr>
            <a:r>
              <a:rPr lang="zh-CN" altLang="en-US" sz="4000" dirty="0">
                <a:latin typeface="微软雅黑" panose="020B0503020204020204" pitchFamily="34" charset="-122"/>
                <a:ea typeface="微软雅黑" panose="020B0503020204020204" pitchFamily="34" charset="-122"/>
                <a:cs typeface="微软雅黑" panose="020B0503020204020204" pitchFamily="34" charset="-122"/>
              </a:rPr>
              <a:t>消息（</a:t>
            </a:r>
            <a:r>
              <a:rPr lang="en-US" altLang="zh-CN" sz="4000" dirty="0">
                <a:latin typeface="微软雅黑" panose="020B0503020204020204" pitchFamily="34" charset="-122"/>
                <a:ea typeface="微软雅黑" panose="020B0503020204020204" pitchFamily="34" charset="-122"/>
                <a:cs typeface="微软雅黑" panose="020B0503020204020204" pitchFamily="34" charset="-122"/>
              </a:rPr>
              <a:t>Message</a:t>
            </a:r>
            <a:r>
              <a:rPr lang="zh-CN" altLang="en-US" sz="4000" dirty="0">
                <a:latin typeface="微软雅黑" panose="020B0503020204020204" pitchFamily="34" charset="-122"/>
                <a:ea typeface="微软雅黑" panose="020B0503020204020204" pitchFamily="34" charset="-122"/>
                <a:cs typeface="微软雅黑" panose="020B0503020204020204" pitchFamily="34" charset="-122"/>
              </a:rPr>
              <a:t>）是对象发出的服务请求，一般包含提供服务的对象标识、服务标识、输入信息和应答信息等信息。</a:t>
            </a:r>
            <a:endParaRPr lang="zh-CN" altLang="en-US" sz="4000" dirty="0">
              <a:latin typeface="微软雅黑" panose="020B0503020204020204" pitchFamily="34" charset="-122"/>
              <a:ea typeface="微软雅黑" panose="020B0503020204020204" pitchFamily="34" charset="-122"/>
              <a:cs typeface="微软雅黑" panose="020B0503020204020204" pitchFamily="34" charset="-122"/>
            </a:endParaRPr>
          </a:p>
          <a:p>
            <a:pPr>
              <a:buClr>
                <a:srgbClr val="7030A0"/>
              </a:buClr>
              <a:buFont typeface="Wingdings" panose="05000000000000000000" charset="0"/>
              <a:buChar char="n"/>
            </a:pPr>
            <a:r>
              <a:rPr lang="zh-CN" altLang="en-US" sz="4000" dirty="0">
                <a:latin typeface="微软雅黑" panose="020B0503020204020204" pitchFamily="34" charset="-122"/>
                <a:ea typeface="微软雅黑" panose="020B0503020204020204" pitchFamily="34" charset="-122"/>
                <a:cs typeface="微软雅黑" panose="020B0503020204020204" pitchFamily="34" charset="-122"/>
              </a:rPr>
              <a:t>通常，一个对象向另一个对象发出消息请求某项服务，接收消息的对象响应该消息，激发所要求的服务操作，并将操作结果返回给请求服务的对象。</a:t>
            </a:r>
            <a:endParaRPr lang="zh-CN" altLang="en-US" sz="4000" dirty="0">
              <a:latin typeface="微软雅黑" panose="020B0503020204020204" pitchFamily="34" charset="-122"/>
              <a:ea typeface="微软雅黑" panose="020B0503020204020204" pitchFamily="34" charset="-122"/>
              <a:cs typeface="微软雅黑" panose="020B0503020204020204" pitchFamily="34" charset="-122"/>
            </a:endParaRPr>
          </a:p>
          <a:p>
            <a:pPr>
              <a:buClr>
                <a:srgbClr val="7030A0"/>
              </a:buClr>
              <a:buFont typeface="Wingdings" panose="05000000000000000000" charset="0"/>
              <a:buChar char="n"/>
            </a:pPr>
            <a:r>
              <a:rPr lang="zh-CN" altLang="en-US" sz="4000" dirty="0">
                <a:latin typeface="微软雅黑" panose="020B0503020204020204" pitchFamily="34" charset="-122"/>
                <a:ea typeface="微软雅黑" panose="020B0503020204020204" pitchFamily="34" charset="-122"/>
                <a:cs typeface="微软雅黑" panose="020B0503020204020204" pitchFamily="34" charset="-122"/>
                <a:sym typeface="+mn-ea"/>
              </a:rPr>
              <a:t>举例：使用电视机时，用户通过按钮或遥控器发出转换频道的消息，电视机变换对电视台的接收信号频率，并将结果显示给用户。</a:t>
            </a:r>
            <a:endParaRPr lang="zh-CN" altLang="en-US" sz="40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90000"/>
              </a:lnSpc>
              <a:buNone/>
            </a:pP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11" name="文本占位符 68610"/>
          <p:cNvSpPr>
            <a:spLocks noGrp="1" noRot="1"/>
          </p:cNvSpPr>
          <p:nvPr>
            <p:ph type="body" idx="1"/>
          </p:nvPr>
        </p:nvSpPr>
        <p:spPr>
          <a:xfrm>
            <a:off x="-36195" y="1772920"/>
            <a:ext cx="8616950" cy="2670810"/>
          </a:xfrm>
        </p:spPr>
        <p:txBody>
          <a:bodyPr/>
          <a:p>
            <a:pPr>
              <a:buNone/>
            </a:pPr>
            <a:r>
              <a:rPr lang="en-US" altLang="zh-CN" sz="2800" dirty="0"/>
              <a:t>		</a:t>
            </a:r>
            <a:r>
              <a:rPr lang="zh-CN" altLang="en-US" sz="2800" dirty="0"/>
              <a:t>面向对象技术的封装机制使对象各自独立，各司其职，消息通信则为它们提供了唯一合法的动态联系途径，使它们的行为能够相互配合，构成一个有机的运动的系统。</a:t>
            </a:r>
            <a:br>
              <a:rPr lang="zh-CN" altLang="en-US" dirty="0"/>
            </a:br>
            <a:endParaRPr lang="zh-CN" alt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标题 70657"/>
          <p:cNvSpPr>
            <a:spLocks noGrp="1" noRot="1"/>
          </p:cNvSpPr>
          <p:nvPr>
            <p:ph type="title"/>
          </p:nvPr>
        </p:nvSpPr>
        <p:spPr/>
        <p:txBody>
          <a:bodyPr anchor="ctr"/>
          <a:p>
            <a:r>
              <a:rPr lang="zh-CN" altLang="en-US" sz="4000" b="0" dirty="0">
                <a:solidFill>
                  <a:schemeClr val="tx1"/>
                </a:solidFill>
              </a:rPr>
              <a:t>结构与连接</a:t>
            </a:r>
            <a:r>
              <a:rPr lang="zh-CN" altLang="en-US" sz="4000" dirty="0"/>
              <a:t> </a:t>
            </a:r>
            <a:endParaRPr lang="zh-CN" altLang="en-US" sz="4000" dirty="0"/>
          </a:p>
        </p:txBody>
      </p:sp>
      <p:sp>
        <p:nvSpPr>
          <p:cNvPr id="70659" name="文本占位符 70658"/>
          <p:cNvSpPr>
            <a:spLocks noGrp="1" noRot="1"/>
          </p:cNvSpPr>
          <p:nvPr>
            <p:ph type="body" idx="1"/>
          </p:nvPr>
        </p:nvSpPr>
        <p:spPr>
          <a:xfrm>
            <a:off x="263525" y="1321435"/>
            <a:ext cx="8616950" cy="4495800"/>
          </a:xfrm>
        </p:spPr>
        <p:txBody>
          <a:bodyPr>
            <a:noAutofit/>
          </a:bodyPr>
          <a:p>
            <a:pPr>
              <a:buClr>
                <a:srgbClr val="7030A0"/>
              </a:buClr>
              <a:buFont typeface="Wingdings" panose="05000000000000000000" charset="0"/>
              <a:buChar char="n"/>
            </a:pPr>
            <a:r>
              <a:rPr lang="zh-CN" altLang="en-US" sz="2800" dirty="0"/>
              <a:t>任何事物之间都不是互相孤立，而是彼此联系的，并因此构成一个有机的整体。对象之间常见的联系包括：</a:t>
            </a:r>
            <a:endParaRPr lang="zh-CN" altLang="en-US" sz="2800" dirty="0"/>
          </a:p>
          <a:p>
            <a:pPr lvl="1">
              <a:buClr>
                <a:srgbClr val="7030A0"/>
              </a:buClr>
              <a:buFont typeface="Wingdings" panose="05000000000000000000" charset="0"/>
              <a:buChar char="n"/>
            </a:pPr>
            <a:r>
              <a:rPr lang="zh-CN" altLang="en-US" sz="2800" dirty="0"/>
              <a:t>分类关系，即一般与特殊结构；</a:t>
            </a:r>
            <a:endParaRPr lang="zh-CN" altLang="en-US" sz="2800" dirty="0"/>
          </a:p>
          <a:p>
            <a:pPr lvl="1">
              <a:buClr>
                <a:srgbClr val="7030A0"/>
              </a:buClr>
              <a:buFont typeface="Wingdings" panose="05000000000000000000" charset="0"/>
              <a:buChar char="n"/>
            </a:pPr>
            <a:r>
              <a:rPr lang="zh-CN" altLang="en-US" sz="2800" dirty="0"/>
              <a:t>组成关系，即整体与部分结构；</a:t>
            </a:r>
            <a:endParaRPr lang="zh-CN" altLang="en-US" sz="2800" dirty="0"/>
          </a:p>
          <a:p>
            <a:pPr lvl="1">
              <a:buClr>
                <a:srgbClr val="7030A0"/>
              </a:buClr>
              <a:buFont typeface="Wingdings" panose="05000000000000000000" charset="0"/>
              <a:buChar char="n"/>
            </a:pPr>
            <a:r>
              <a:rPr lang="zh-CN" altLang="en-US" sz="2800" dirty="0"/>
              <a:t>对象属性之间的静态联系，即实例连接；</a:t>
            </a:r>
            <a:endParaRPr lang="zh-CN" altLang="en-US" sz="2800" dirty="0"/>
          </a:p>
          <a:p>
            <a:pPr lvl="2">
              <a:buClr>
                <a:srgbClr val="7030A0"/>
              </a:buClr>
              <a:buFont typeface="Wingdings" panose="05000000000000000000" charset="0"/>
              <a:buChar char="l"/>
            </a:pPr>
            <a:r>
              <a:rPr lang="zh-CN" altLang="en-US" sz="2800" dirty="0"/>
              <a:t>关联关系</a:t>
            </a:r>
            <a:endParaRPr lang="zh-CN" altLang="en-US" sz="2800" dirty="0"/>
          </a:p>
          <a:p>
            <a:pPr lvl="1">
              <a:buClr>
                <a:srgbClr val="7030A0"/>
              </a:buClr>
              <a:buFont typeface="Wingdings" panose="05000000000000000000" charset="0"/>
              <a:buChar char="n"/>
            </a:pPr>
            <a:r>
              <a:rPr lang="zh-CN" altLang="en-US" sz="2800" dirty="0"/>
              <a:t>对象行为之间的动态联系，即消息连接。 		</a:t>
            </a:r>
            <a:br>
              <a:rPr lang="zh-CN" altLang="en-US" sz="2800" dirty="0"/>
            </a:br>
            <a:endParaRPr lang="zh-CN" altLang="en-US" sz="2800"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标题 78849"/>
          <p:cNvSpPr>
            <a:spLocks noGrp="1" noRot="1"/>
          </p:cNvSpPr>
          <p:nvPr>
            <p:ph type="title"/>
          </p:nvPr>
        </p:nvSpPr>
        <p:spPr/>
        <p:txBody>
          <a:bodyPr anchor="ctr"/>
          <a:p>
            <a:r>
              <a:rPr lang="zh-CN" altLang="en-US" b="0" dirty="0">
                <a:solidFill>
                  <a:schemeClr val="tx1"/>
                </a:solidFill>
              </a:rPr>
              <a:t>多态性</a:t>
            </a:r>
            <a:r>
              <a:rPr lang="zh-CN" altLang="en-US" dirty="0"/>
              <a:t> </a:t>
            </a:r>
            <a:endParaRPr lang="zh-CN" altLang="en-US" dirty="0"/>
          </a:p>
        </p:txBody>
      </p:sp>
      <p:sp>
        <p:nvSpPr>
          <p:cNvPr id="78851" name="文本占位符 78850"/>
          <p:cNvSpPr>
            <a:spLocks noGrp="1" noRot="1"/>
          </p:cNvSpPr>
          <p:nvPr>
            <p:ph type="body" idx="1"/>
          </p:nvPr>
        </p:nvSpPr>
        <p:spPr>
          <a:xfrm>
            <a:off x="228600" y="1029970"/>
            <a:ext cx="8248015" cy="5358130"/>
          </a:xfrm>
        </p:spPr>
        <p:txBody>
          <a:bodyPr>
            <a:normAutofit fontScale="25000"/>
          </a:bodyPr>
          <a:p>
            <a:pPr lvl="0">
              <a:buClr>
                <a:srgbClr val="7030A0"/>
              </a:buClr>
              <a:buFont typeface="Wingdings" panose="05000000000000000000" charset="0"/>
              <a:buChar char="n"/>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t>多态：子类是父类的一个特例，所以父类对象可以出现的地方，也允许其子类对象出现。因此在运行过程中，当一个对象发送消息请求服务时，</a:t>
            </a: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可以根据对象的不同而采用多种不同的行为方式。</a:t>
            </a: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endParaRPr>
          </a:p>
          <a:p>
            <a:pPr lvl="0">
              <a:buClr>
                <a:srgbClr val="7030A0"/>
              </a:buClr>
              <a:buFont typeface="Wingdings" panose="05000000000000000000" charset="0"/>
              <a:buChar char="n"/>
            </a:pP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endParaRPr>
          </a:p>
          <a:p>
            <a:pPr lvl="0">
              <a:buClr>
                <a:srgbClr val="7030A0"/>
              </a:buClr>
              <a:buFont typeface="Wingdings" panose="05000000000000000000" charset="0"/>
              <a:buChar char="n"/>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rPr>
              <a:t>实现多态的技术称为动态绑定（dynamic binding），是指在执行期间判断所引用对象的实际类型，根据其实际的类型调用其相应的方法。	</a:t>
            </a:r>
            <a:endParaRPr lang="zh-CN" altLang="en-US" sz="8000" dirty="0">
              <a:latin typeface="微软雅黑" panose="020B0503020204020204" pitchFamily="34" charset="-122"/>
              <a:ea typeface="微软雅黑" panose="020B0503020204020204" pitchFamily="34" charset="-122"/>
              <a:cs typeface="微软雅黑" panose="020B0503020204020204" pitchFamily="34" charset="-122"/>
            </a:endParaRPr>
          </a:p>
          <a:p>
            <a:pPr lvl="0">
              <a:buClr>
                <a:srgbClr val="7030A0"/>
              </a:buClr>
              <a:buFont typeface="Wingdings" panose="05000000000000000000" charset="0"/>
              <a:buChar char="n"/>
            </a:pPr>
            <a:r>
              <a:rPr lang="zh-CN" altLang="en-US" sz="8000" dirty="0">
                <a:latin typeface="微软雅黑" panose="020B0503020204020204" pitchFamily="34" charset="-122"/>
                <a:ea typeface="微软雅黑" panose="020B0503020204020204" pitchFamily="34" charset="-122"/>
                <a:cs typeface="微软雅黑" panose="020B0503020204020204" pitchFamily="34" charset="-122"/>
                <a:sym typeface="+mn-ea"/>
              </a:rPr>
              <a:t>举例：在父类"几何图形"中定义了一个服务"绘图"，但并不确定执行时绘制一个什么图形。子类"椭圆"和"多边形"都继承了几何图形类的绘图服务，但其功能却不相同：一个是画椭圆，一个是画多边形。当系统的其他部分请求绘制一个几何图形（不用关心具体是椭圆还是多边形）时，消息中的服务都是"绘图"，但椭圆和多边形接收到该消息时却各自执行不同的绘图算法。</a:t>
            </a:r>
            <a:r>
              <a:rPr lang="zh-CN" altLang="en-US" sz="9000" dirty="0">
                <a:latin typeface="微软雅黑" panose="020B0503020204020204" pitchFamily="34" charset="-122"/>
                <a:ea typeface="微软雅黑" panose="020B0503020204020204" pitchFamily="34" charset="-122"/>
                <a:cs typeface="微软雅黑" panose="020B0503020204020204" pitchFamily="34" charset="-122"/>
                <a:sym typeface="+mn-ea"/>
              </a:rPr>
              <a:t> </a:t>
            </a:r>
            <a:endParaRPr lang="zh-CN" altLang="en-US" sz="90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标题 103425"/>
          <p:cNvSpPr>
            <a:spLocks noGrp="1" noRot="1"/>
          </p:cNvSpPr>
          <p:nvPr>
            <p:ph type="title"/>
          </p:nvPr>
        </p:nvSpPr>
        <p:spPr>
          <a:xfrm>
            <a:off x="301625" y="685800"/>
            <a:ext cx="8385175" cy="914400"/>
          </a:xfrm>
        </p:spPr>
        <p:txBody>
          <a:bodyPr anchor="ctr"/>
          <a:p>
            <a:r>
              <a:rPr lang="zh-CN" altLang="en-US" b="1" dirty="0"/>
              <a:t>对象基本概念（例子）</a:t>
            </a:r>
            <a:endParaRPr lang="zh-CN" altLang="en-US" b="1" dirty="0"/>
          </a:p>
        </p:txBody>
      </p:sp>
      <p:pic>
        <p:nvPicPr>
          <p:cNvPr id="103429" name="文本占位符 103428"/>
          <p:cNvPicPr>
            <a:picLocks noChangeAspect="1"/>
          </p:cNvPicPr>
          <p:nvPr>
            <p:ph type="body" idx="1"/>
          </p:nvPr>
        </p:nvPicPr>
        <p:blipFill>
          <a:blip r:embed="rId1"/>
          <a:stretch>
            <a:fillRect/>
          </a:stretch>
        </p:blipFill>
        <p:spPr>
          <a:xfrm>
            <a:off x="533400" y="2057400"/>
            <a:ext cx="3352800" cy="2816225"/>
          </a:xfrm>
        </p:spPr>
      </p:pic>
      <p:sp>
        <p:nvSpPr>
          <p:cNvPr id="103431" name="文本框 103430"/>
          <p:cNvSpPr txBox="1"/>
          <p:nvPr/>
        </p:nvSpPr>
        <p:spPr>
          <a:xfrm>
            <a:off x="4114800" y="2590800"/>
            <a:ext cx="4724400" cy="2100263"/>
          </a:xfrm>
          <a:prstGeom prst="rect">
            <a:avLst/>
          </a:prstGeom>
          <a:noFill/>
          <a:ln w="9525">
            <a:noFill/>
          </a:ln>
        </p:spPr>
        <p:txBody>
          <a:bodyPr>
            <a:spAutoFit/>
          </a:bodyPr>
          <a:p>
            <a:r>
              <a:rPr lang="en-US" altLang="zh-CN" sz="2400">
                <a:latin typeface="Arial" panose="020B0604020202020204" pitchFamily="34" charset="0"/>
              </a:rPr>
              <a:t>• What are the game’s objects?</a:t>
            </a:r>
            <a:endParaRPr lang="en-US" altLang="zh-CN" sz="2400">
              <a:latin typeface="Arial" panose="020B0604020202020204" pitchFamily="34" charset="0"/>
            </a:endParaRPr>
          </a:p>
          <a:p>
            <a:r>
              <a:rPr lang="en-US" altLang="zh-CN" sz="2400">
                <a:latin typeface="Arial" panose="020B0604020202020204" pitchFamily="34" charset="0"/>
              </a:rPr>
              <a:t>• What do those objects know</a:t>
            </a:r>
            <a:endParaRPr lang="en-US" altLang="zh-CN" sz="2400">
              <a:latin typeface="Arial" panose="020B0604020202020204" pitchFamily="34" charset="0"/>
            </a:endParaRPr>
          </a:p>
          <a:p>
            <a:r>
              <a:rPr lang="en-US" altLang="zh-CN" sz="2400">
                <a:latin typeface="Arial" panose="020B0604020202020204" pitchFamily="34" charset="0"/>
              </a:rPr>
              <a:t>how to do?</a:t>
            </a:r>
            <a:endParaRPr lang="en-US" altLang="zh-CN" sz="2400">
              <a:latin typeface="Arial" panose="020B0604020202020204" pitchFamily="34" charset="0"/>
            </a:endParaRPr>
          </a:p>
          <a:p>
            <a:r>
              <a:rPr lang="en-US" altLang="zh-CN" sz="2400">
                <a:latin typeface="Arial" panose="020B0604020202020204" pitchFamily="34" charset="0"/>
              </a:rPr>
              <a:t>• What properties do they have?</a:t>
            </a:r>
            <a:endParaRPr lang="en-US" altLang="zh-CN" sz="2400">
              <a:latin typeface="Arial" panose="020B0604020202020204" pitchFamily="34" charset="0"/>
            </a:endParaRPr>
          </a:p>
          <a:p>
            <a:pPr>
              <a:spcBef>
                <a:spcPct val="50000"/>
              </a:spcBef>
            </a:pPr>
            <a:endParaRPr lang="en-US" altLang="zh-CN" sz="2400" dirty="0">
              <a:latin typeface="Arial" panose="020B0604020202020204" pitchFamily="34"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1" name="文本占位符 104450"/>
          <p:cNvSpPr>
            <a:spLocks noGrp="1" noRot="1"/>
          </p:cNvSpPr>
          <p:nvPr>
            <p:ph type="body" idx="1"/>
          </p:nvPr>
        </p:nvSpPr>
        <p:spPr>
          <a:xfrm>
            <a:off x="304800" y="1143000"/>
            <a:ext cx="8540750" cy="5181600"/>
          </a:xfrm>
        </p:spPr>
        <p:txBody>
          <a:bodyPr>
            <a:normAutofit lnSpcReduction="10000"/>
          </a:bodyPr>
          <a:p>
            <a:pPr>
              <a:lnSpc>
                <a:spcPct val="80000"/>
              </a:lnSpc>
              <a:buNone/>
            </a:pPr>
            <a:r>
              <a:rPr lang="en-US" altLang="zh-CN" sz="2000"/>
              <a:t>What are the game’s objects?</a:t>
            </a:r>
            <a:endParaRPr lang="en-US" altLang="zh-CN" sz="2000"/>
          </a:p>
          <a:p>
            <a:pPr marL="0" indent="0">
              <a:lnSpc>
                <a:spcPct val="80000"/>
              </a:lnSpc>
              <a:buNone/>
            </a:pPr>
            <a:r>
              <a:rPr lang="en-US" altLang="zh-CN" sz="1600"/>
              <a:t>   – piece, board</a:t>
            </a:r>
            <a:endParaRPr lang="en-US" altLang="zh-CN" sz="1600"/>
          </a:p>
          <a:p>
            <a:pPr>
              <a:lnSpc>
                <a:spcPct val="80000"/>
              </a:lnSpc>
              <a:buNone/>
            </a:pPr>
            <a:r>
              <a:rPr lang="en-US" altLang="zh-CN" sz="2000"/>
              <a:t>Capabilities: What do those objects know how to do?</a:t>
            </a:r>
            <a:endParaRPr lang="en-US" altLang="zh-CN" sz="2000"/>
          </a:p>
          <a:p>
            <a:pPr marL="0" indent="0">
              <a:lnSpc>
                <a:spcPct val="80000"/>
              </a:lnSpc>
              <a:buNone/>
            </a:pPr>
            <a:r>
              <a:rPr lang="en-US" altLang="zh-CN" sz="1600" b="1"/>
              <a:t>  – piece:</a:t>
            </a:r>
            <a:endParaRPr lang="en-US" altLang="zh-CN" sz="1600" b="1"/>
          </a:p>
          <a:p>
            <a:pPr marL="0" indent="0">
              <a:lnSpc>
                <a:spcPct val="80000"/>
              </a:lnSpc>
              <a:buNone/>
            </a:pPr>
            <a:r>
              <a:rPr lang="en-US" altLang="zh-CN" sz="1600">
                <a:latin typeface="Arial" panose="020B0604020202020204" pitchFamily="34" charset="0"/>
              </a:rPr>
              <a:t>   •</a:t>
            </a:r>
            <a:r>
              <a:rPr lang="en-US" altLang="zh-CN" sz="1600"/>
              <a:t> be created</a:t>
            </a:r>
            <a:endParaRPr lang="en-US" altLang="zh-CN" sz="1600"/>
          </a:p>
          <a:p>
            <a:pPr marL="0" indent="0">
              <a:lnSpc>
                <a:spcPct val="80000"/>
              </a:lnSpc>
              <a:buNone/>
            </a:pPr>
            <a:r>
              <a:rPr lang="en-US" altLang="zh-CN" sz="1600">
                <a:latin typeface="Arial" panose="020B0604020202020204" pitchFamily="34" charset="0"/>
              </a:rPr>
              <a:t>   •</a:t>
            </a:r>
            <a:r>
              <a:rPr lang="en-US" altLang="zh-CN" sz="1600"/>
              <a:t> fall</a:t>
            </a:r>
            <a:endParaRPr lang="en-US" altLang="zh-CN" sz="1600"/>
          </a:p>
          <a:p>
            <a:pPr marL="0" indent="0">
              <a:lnSpc>
                <a:spcPct val="80000"/>
              </a:lnSpc>
              <a:buNone/>
            </a:pPr>
            <a:r>
              <a:rPr lang="en-US" altLang="zh-CN" sz="1600">
                <a:latin typeface="Arial" panose="020B0604020202020204" pitchFamily="34" charset="0"/>
              </a:rPr>
              <a:t>   •</a:t>
            </a:r>
            <a:r>
              <a:rPr lang="en-US" altLang="zh-CN" sz="1600"/>
              <a:t> rotate</a:t>
            </a:r>
            <a:endParaRPr lang="en-US" altLang="zh-CN" sz="1600"/>
          </a:p>
          <a:p>
            <a:pPr marL="0" indent="0">
              <a:lnSpc>
                <a:spcPct val="80000"/>
              </a:lnSpc>
              <a:buNone/>
            </a:pPr>
            <a:r>
              <a:rPr lang="en-US" altLang="zh-CN" sz="1600">
                <a:latin typeface="Arial" panose="020B0604020202020204" pitchFamily="34" charset="0"/>
              </a:rPr>
              <a:t>   •</a:t>
            </a:r>
            <a:r>
              <a:rPr lang="en-US" altLang="zh-CN" sz="1600"/>
              <a:t> stop at collision</a:t>
            </a:r>
            <a:endParaRPr lang="en-US" altLang="zh-CN" sz="1600"/>
          </a:p>
          <a:p>
            <a:pPr marL="0" indent="0">
              <a:lnSpc>
                <a:spcPct val="80000"/>
              </a:lnSpc>
              <a:buNone/>
            </a:pPr>
            <a:r>
              <a:rPr lang="en-US" altLang="zh-CN" sz="1600" b="1"/>
              <a:t>– board:</a:t>
            </a:r>
            <a:endParaRPr lang="en-US" altLang="zh-CN" sz="1600" b="1"/>
          </a:p>
          <a:p>
            <a:pPr marL="0" indent="0">
              <a:lnSpc>
                <a:spcPct val="80000"/>
              </a:lnSpc>
              <a:buNone/>
            </a:pPr>
            <a:r>
              <a:rPr lang="en-US" altLang="zh-CN" sz="1600">
                <a:latin typeface="Arial" panose="020B0604020202020204" pitchFamily="34" charset="0"/>
              </a:rPr>
              <a:t>   •</a:t>
            </a:r>
            <a:r>
              <a:rPr lang="en-US" altLang="zh-CN" sz="1600"/>
              <a:t> be created</a:t>
            </a:r>
            <a:endParaRPr lang="en-US" altLang="zh-CN" sz="1600"/>
          </a:p>
          <a:p>
            <a:pPr marL="0" indent="0">
              <a:lnSpc>
                <a:spcPct val="80000"/>
              </a:lnSpc>
              <a:buNone/>
            </a:pPr>
            <a:r>
              <a:rPr lang="en-US" altLang="zh-CN" sz="1600">
                <a:latin typeface="Arial" panose="020B0604020202020204" pitchFamily="34" charset="0"/>
              </a:rPr>
              <a:t>   •</a:t>
            </a:r>
            <a:r>
              <a:rPr lang="en-US" altLang="zh-CN" sz="1600"/>
              <a:t> remove rows</a:t>
            </a:r>
            <a:endParaRPr lang="en-US" altLang="zh-CN" sz="1600"/>
          </a:p>
          <a:p>
            <a:pPr marL="0" indent="0">
              <a:lnSpc>
                <a:spcPct val="80000"/>
              </a:lnSpc>
              <a:buNone/>
            </a:pPr>
            <a:r>
              <a:rPr lang="en-US" altLang="zh-CN" sz="1600">
                <a:latin typeface="Arial" panose="020B0604020202020204" pitchFamily="34" charset="0"/>
              </a:rPr>
              <a:t>   •</a:t>
            </a:r>
            <a:r>
              <a:rPr lang="en-US" altLang="zh-CN" sz="1600"/>
              <a:t> check for end of game</a:t>
            </a:r>
            <a:endParaRPr lang="en-US" altLang="zh-CN" sz="1600"/>
          </a:p>
          <a:p>
            <a:pPr marL="0" indent="0">
              <a:lnSpc>
                <a:spcPct val="80000"/>
              </a:lnSpc>
              <a:buNone/>
            </a:pPr>
            <a:r>
              <a:rPr lang="en-US" altLang="zh-CN" sz="1600"/>
              <a:t> </a:t>
            </a:r>
            <a:r>
              <a:rPr lang="en-US" altLang="zh-CN" sz="2000"/>
              <a:t>Properties: What attributes and components do they have?</a:t>
            </a:r>
            <a:endParaRPr lang="en-US" altLang="zh-CN" sz="2000"/>
          </a:p>
          <a:p>
            <a:pPr marL="0" indent="0" algn="l">
              <a:lnSpc>
                <a:spcPct val="80000"/>
              </a:lnSpc>
              <a:buNone/>
            </a:pPr>
            <a:r>
              <a:rPr lang="en-US" altLang="zh-CN" sz="1600" b="1"/>
              <a:t>  – piece:</a:t>
            </a:r>
            <a:endParaRPr lang="en-US" altLang="zh-CN" sz="1600" b="1"/>
          </a:p>
          <a:p>
            <a:pPr marL="0" indent="0" algn="l">
              <a:lnSpc>
                <a:spcPct val="80000"/>
              </a:lnSpc>
              <a:buNone/>
            </a:pPr>
            <a:r>
              <a:rPr lang="en-US" altLang="zh-CN" sz="1600">
                <a:latin typeface="Arial" panose="020B0604020202020204" pitchFamily="34" charset="0"/>
              </a:rPr>
              <a:t>   •</a:t>
            </a:r>
            <a:r>
              <a:rPr lang="en-US" altLang="zh-CN" sz="1600"/>
              <a:t> orientation</a:t>
            </a:r>
            <a:endParaRPr lang="en-US" altLang="zh-CN" sz="1600"/>
          </a:p>
          <a:p>
            <a:pPr marL="0" indent="0" algn="l">
              <a:lnSpc>
                <a:spcPct val="80000"/>
              </a:lnSpc>
              <a:buNone/>
            </a:pPr>
            <a:r>
              <a:rPr lang="en-US" altLang="zh-CN" sz="1600">
                <a:latin typeface="Arial" panose="020B0604020202020204" pitchFamily="34" charset="0"/>
              </a:rPr>
              <a:t>   •</a:t>
            </a:r>
            <a:r>
              <a:rPr lang="en-US" altLang="zh-CN" sz="1600"/>
              <a:t> position</a:t>
            </a:r>
            <a:endParaRPr lang="en-US" altLang="zh-CN" sz="1600"/>
          </a:p>
          <a:p>
            <a:pPr marL="0" indent="0" algn="l">
              <a:lnSpc>
                <a:spcPct val="80000"/>
              </a:lnSpc>
              <a:buNone/>
            </a:pPr>
            <a:r>
              <a:rPr lang="en-US" altLang="zh-CN" sz="1600">
                <a:latin typeface="Arial" panose="020B0604020202020204" pitchFamily="34" charset="0"/>
              </a:rPr>
              <a:t>   •</a:t>
            </a:r>
            <a:r>
              <a:rPr lang="en-US" altLang="zh-CN" sz="1600"/>
              <a:t> shape</a:t>
            </a:r>
            <a:endParaRPr lang="en-US" altLang="zh-CN" sz="1600"/>
          </a:p>
          <a:p>
            <a:pPr marL="0" indent="0" algn="l">
              <a:lnSpc>
                <a:spcPct val="80000"/>
              </a:lnSpc>
              <a:buNone/>
            </a:pPr>
            <a:r>
              <a:rPr lang="en-US" altLang="zh-CN" sz="1600">
                <a:latin typeface="Arial" panose="020B0604020202020204" pitchFamily="34" charset="0"/>
              </a:rPr>
              <a:t>   •</a:t>
            </a:r>
            <a:r>
              <a:rPr lang="en-US" altLang="zh-CN" sz="1600"/>
              <a:t> color</a:t>
            </a:r>
            <a:endParaRPr lang="en-US" altLang="zh-CN" sz="1600"/>
          </a:p>
          <a:p>
            <a:pPr marL="0" indent="0" algn="l">
              <a:lnSpc>
                <a:spcPct val="80000"/>
              </a:lnSpc>
              <a:buNone/>
            </a:pPr>
            <a:r>
              <a:rPr lang="en-US" altLang="zh-CN" sz="1600" b="1"/>
              <a:t>– board:</a:t>
            </a:r>
            <a:endParaRPr lang="en-US" altLang="zh-CN" sz="1600" b="1"/>
          </a:p>
          <a:p>
            <a:pPr marL="0" indent="0" algn="l">
              <a:lnSpc>
                <a:spcPct val="80000"/>
              </a:lnSpc>
              <a:buNone/>
            </a:pPr>
            <a:r>
              <a:rPr lang="en-US" altLang="zh-CN" sz="1600">
                <a:latin typeface="Arial" panose="020B0604020202020204" pitchFamily="34" charset="0"/>
              </a:rPr>
              <a:t>   •</a:t>
            </a:r>
            <a:r>
              <a:rPr lang="en-US" altLang="zh-CN" sz="1600"/>
              <a:t> size</a:t>
            </a:r>
            <a:endParaRPr lang="en-US" altLang="zh-CN" sz="1600"/>
          </a:p>
          <a:p>
            <a:pPr marL="0" indent="0" algn="l">
              <a:lnSpc>
                <a:spcPct val="80000"/>
              </a:lnSpc>
              <a:buNone/>
            </a:pPr>
            <a:r>
              <a:rPr lang="en-US" altLang="zh-CN" sz="1600">
                <a:latin typeface="Arial" panose="020B0604020202020204" pitchFamily="34" charset="0"/>
              </a:rPr>
              <a:t>   •</a:t>
            </a:r>
            <a:r>
              <a:rPr lang="en-US" altLang="zh-CN" sz="1600"/>
              <a:t> rows</a:t>
            </a:r>
            <a:endParaRPr lang="en-US" altLang="zh-CN" sz="1600"/>
          </a:p>
          <a:p>
            <a:pPr marL="0" indent="0">
              <a:lnSpc>
                <a:spcPct val="80000"/>
              </a:lnSpc>
              <a:buNone/>
            </a:pPr>
            <a:endParaRPr lang="en-US" altLang="zh-CN" sz="1600" dirty="0"/>
          </a:p>
        </p:txBody>
      </p:sp>
      <p:pic>
        <p:nvPicPr>
          <p:cNvPr id="104452" name="图片 104451"/>
          <p:cNvPicPr>
            <a:picLocks noChangeAspect="1"/>
          </p:cNvPicPr>
          <p:nvPr/>
        </p:nvPicPr>
        <p:blipFill>
          <a:blip r:embed="rId1"/>
          <a:stretch>
            <a:fillRect/>
          </a:stretch>
        </p:blipFill>
        <p:spPr>
          <a:xfrm>
            <a:off x="3843655" y="4667885"/>
            <a:ext cx="4403725" cy="1270000"/>
          </a:xfrm>
          <a:prstGeom prst="rect">
            <a:avLst/>
          </a:prstGeom>
          <a:noFill/>
          <a:ln w="9525">
            <a:noFill/>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标题 41985"/>
          <p:cNvSpPr>
            <a:spLocks noGrp="1"/>
          </p:cNvSpPr>
          <p:nvPr>
            <p:ph type="title"/>
          </p:nvPr>
        </p:nvSpPr>
        <p:spPr>
          <a:xfrm>
            <a:off x="263208" y="257221"/>
            <a:ext cx="7078190" cy="349250"/>
          </a:xfrm>
        </p:spPr>
        <p:txBody>
          <a:bodyPr anchor="b"/>
          <a:p>
            <a:r>
              <a:rPr lang="zh-CN" altLang="en-US" sz="3200" dirty="0"/>
              <a:t>面向对象与结构化方法的对比</a:t>
            </a:r>
            <a:endParaRPr lang="zh-CN" altLang="en-US" sz="3200" dirty="0"/>
          </a:p>
        </p:txBody>
      </p:sp>
      <p:sp>
        <p:nvSpPr>
          <p:cNvPr id="41987" name="文本占位符 41986"/>
          <p:cNvSpPr>
            <a:spLocks noGrp="1"/>
          </p:cNvSpPr>
          <p:nvPr>
            <p:ph type="body" idx="1"/>
          </p:nvPr>
        </p:nvSpPr>
        <p:spPr>
          <a:xfrm>
            <a:off x="0" y="6021388"/>
            <a:ext cx="9144000" cy="836612"/>
          </a:xfrm>
        </p:spPr>
        <p:txBody>
          <a:bodyPr/>
          <a:p>
            <a:endParaRPr lang="zh-CN" altLang="en-US" dirty="0"/>
          </a:p>
        </p:txBody>
      </p:sp>
      <p:pic>
        <p:nvPicPr>
          <p:cNvPr id="41988" name="图片 41987" descr="10-4"/>
          <p:cNvPicPr>
            <a:picLocks noChangeAspect="1"/>
          </p:cNvPicPr>
          <p:nvPr/>
        </p:nvPicPr>
        <p:blipFill>
          <a:blip r:embed="rId1"/>
          <a:stretch>
            <a:fillRect/>
          </a:stretch>
        </p:blipFill>
        <p:spPr>
          <a:xfrm>
            <a:off x="0" y="713740"/>
            <a:ext cx="9144000" cy="5688013"/>
          </a:xfrm>
          <a:prstGeom prst="rect">
            <a:avLst/>
          </a:prstGeom>
          <a:noFill/>
          <a:ln w="9525">
            <a:noFill/>
          </a:ln>
        </p:spPr>
      </p:pic>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UNIT_PLACING_PICTURE_USER_VIEWPORT" val="{&quot;height&quot;:5921.2503937007878,&quot;width&quot;:6871.8740157480315}"/>
</p:tagLst>
</file>

<file path=ppt/tags/tag2.xml><?xml version="1.0" encoding="utf-8"?>
<p:tagLst xmlns:p="http://schemas.openxmlformats.org/presentationml/2006/main">
  <p:tag name="COMMONDATA" val="eyJoZGlkIjoiMDQ5MTU2ZTc1NWM5MmVmN2NjNGZiZmE3NjI4MWI4NjAifQ=="/>
</p:tagLst>
</file>

<file path=ppt/theme/theme1.xml><?xml version="1.0" encoding="utf-8"?>
<a:theme xmlns:a="http://schemas.openxmlformats.org/drawingml/2006/main" name="由Nordri®（www.nordridesign.com ） 设计提供">
  <a:themeElements>
    <a:clrScheme name="自定义 56">
      <a:dk1>
        <a:sysClr val="windowText" lastClr="000000"/>
      </a:dk1>
      <a:lt1>
        <a:sysClr val="window" lastClr="FFFFFF"/>
      </a:lt1>
      <a:dk2>
        <a:srgbClr val="595959"/>
      </a:dk2>
      <a:lt2>
        <a:srgbClr val="D8D8D8"/>
      </a:lt2>
      <a:accent1>
        <a:srgbClr val="FFC000"/>
      </a:accent1>
      <a:accent2>
        <a:srgbClr val="6DAA2D"/>
      </a:accent2>
      <a:accent3>
        <a:srgbClr val="5F5F5F"/>
      </a:accent3>
      <a:accent4>
        <a:srgbClr val="777777"/>
      </a:accent4>
      <a:accent5>
        <a:srgbClr val="B2B2B2"/>
      </a:accent5>
      <a:accent6>
        <a:srgbClr val="DDDDDD"/>
      </a:accent6>
      <a:hlink>
        <a:srgbClr val="0070C0"/>
      </a:hlink>
      <a:folHlink>
        <a:srgbClr val="7030A0"/>
      </a:folHlink>
    </a:clrScheme>
    <a:fontScheme name="Nordri开发标准字体">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rgbClr val="F1910E"/>
        </a:solidFill>
        <a:ln>
          <a:noFill/>
        </a:ln>
      </a:spPr>
      <a:bodyPr vert="horz" wrap="square" lIns="91440" tIns="45720" rIns="91440" bIns="45720" numCol="1" anchor="t" anchorCtr="0" compatLnSpc="1"/>
      <a:lstStyle>
        <a:defPPr>
          <a:defRPr/>
        </a:defPPr>
      </a:lstStyle>
    </a:spDef>
    <a:txDef>
      <a:spPr>
        <a:noFill/>
      </a:spPr>
      <a:bodyPr wrap="none" rtlCol="0">
        <a:spAutoFit/>
      </a:bodyPr>
      <a:lstStyle>
        <a:defPPr>
          <a:lnSpc>
            <a:spcPct val="120000"/>
          </a:lnSpc>
          <a:defRPr sz="1600" dirty="0" err="1" smtClean="0">
            <a:solidFill>
              <a:prstClr val="black"/>
            </a:solidFill>
            <a:latin typeface="Arial" panose="020B0604020202020204" pitchFamily="34" charset="0"/>
            <a:ea typeface="微软雅黑" panose="020B0503020204020204" pitchFamily="34" charset="-122"/>
            <a:cs typeface="Arial" panose="020B060402020202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Integral</Template>
  <TotalTime>0</TotalTime>
  <Words>8703</Words>
  <Application>WPS 演示</Application>
  <PresentationFormat>全屏显示(4:3)</PresentationFormat>
  <Paragraphs>899</Paragraphs>
  <Slides>33</Slides>
  <Notes>1</Notes>
  <HiddenSlides>0</HiddenSlides>
  <MMClips>0</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3</vt:i4>
      </vt:variant>
      <vt:variant>
        <vt:lpstr>幻灯片标题</vt:lpstr>
      </vt:variant>
      <vt:variant>
        <vt:i4>33</vt:i4>
      </vt:variant>
    </vt:vector>
  </HeadingPairs>
  <TitlesOfParts>
    <vt:vector size="54" baseType="lpstr">
      <vt:lpstr>Arial</vt:lpstr>
      <vt:lpstr>宋体</vt:lpstr>
      <vt:lpstr>Wingdings</vt:lpstr>
      <vt:lpstr>微软雅黑</vt:lpstr>
      <vt:lpstr>黑体</vt:lpstr>
      <vt:lpstr>Times New Roman</vt:lpstr>
      <vt:lpstr>方正正大黑简体</vt:lpstr>
      <vt:lpstr>Calibri</vt:lpstr>
      <vt:lpstr>Monotype Sorts</vt:lpstr>
      <vt:lpstr>Wingdings</vt:lpstr>
      <vt:lpstr>Courier New</vt:lpstr>
      <vt:lpstr>Courier</vt:lpstr>
      <vt:lpstr>Arial Unicode MS</vt:lpstr>
      <vt:lpstr>Calibri</vt:lpstr>
      <vt:lpstr>Monotype Sorts</vt:lpstr>
      <vt:lpstr>方正正大黑简体</vt:lpstr>
      <vt:lpstr>Toots Regular</vt:lpstr>
      <vt:lpstr>由Nordri®（www.nordridesign.com ） 设计提供</vt:lpstr>
      <vt:lpstr>Word.Picture.8</vt:lpstr>
      <vt:lpstr>Word.Picture.8</vt:lpstr>
      <vt:lpstr>Word.Picture.8</vt:lpstr>
      <vt:lpstr>面向对象程序设计</vt:lpstr>
      <vt:lpstr>可变长参数列表</vt:lpstr>
      <vt:lpstr>可变长参数列表</vt:lpstr>
      <vt:lpstr>数组的查找</vt:lpstr>
      <vt:lpstr>数组的排序</vt:lpstr>
      <vt:lpstr>声明/创建二维数组变量</vt:lpstr>
      <vt:lpstr>PowerPoint 演示文稿</vt:lpstr>
      <vt:lpstr>二维数组的长度</vt:lpstr>
      <vt:lpstr>锯齿数组</vt:lpstr>
      <vt:lpstr>PowerPoint 演示文稿</vt:lpstr>
      <vt:lpstr>处理二维数组</vt:lpstr>
      <vt:lpstr>使用输入值初始化数组</vt:lpstr>
      <vt:lpstr>使用随机值初始化数组</vt:lpstr>
      <vt:lpstr>求所有元素的和</vt:lpstr>
      <vt:lpstr>随意打乱</vt:lpstr>
      <vt:lpstr>给方法传递二维数组</vt:lpstr>
      <vt:lpstr>教材示例：判断数独答案是否正确</vt:lpstr>
      <vt:lpstr>多维数组</vt:lpstr>
      <vt:lpstr>PowerPoint 演示文稿</vt:lpstr>
      <vt:lpstr>对象</vt:lpstr>
      <vt:lpstr>类</vt:lpstr>
      <vt:lpstr>PowerPoint 演示文稿</vt:lpstr>
      <vt:lpstr>PowerPoint 演示文稿</vt:lpstr>
      <vt:lpstr>封装</vt:lpstr>
      <vt:lpstr>PowerPoint 演示文稿</vt:lpstr>
      <vt:lpstr>继承</vt:lpstr>
      <vt:lpstr>消息 </vt:lpstr>
      <vt:lpstr>PowerPoint 演示文稿</vt:lpstr>
      <vt:lpstr>结构与连接 </vt:lpstr>
      <vt:lpstr>多态性 </vt:lpstr>
      <vt:lpstr>对象基本概念（例子）</vt:lpstr>
      <vt:lpstr>PowerPoint 演示文稿</vt:lpstr>
      <vt:lpstr>面向对象与结构化方法的对比</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Java程序设计</dc:title>
  <dc:creator>yangrl</dc:creator>
  <dc:description>Nordri® 
专注于有效的信息传递设计
www.nordridesign.com</dc:description>
  <dc:subject>PPT模板/图示</dc:subject>
  <cp:lastModifiedBy>大灰很</cp:lastModifiedBy>
  <cp:revision>456</cp:revision>
  <dcterms:created xsi:type="dcterms:W3CDTF">2017-02-24T02:44:00Z</dcterms:created>
  <dcterms:modified xsi:type="dcterms:W3CDTF">2026-04-06T14:55:18Z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280499</vt:lpwstr>
  </property>
  <property fmtid="{D5CDD505-2E9C-101B-9397-08002B2CF9AE}" pid="3" name="NXPowerLiteSettings">
    <vt:lpwstr>F7000400038000</vt:lpwstr>
  </property>
  <property fmtid="{D5CDD505-2E9C-101B-9397-08002B2CF9AE}" pid="4" name="NXPowerLiteVersion">
    <vt:lpwstr>D5.0.6</vt:lpwstr>
  </property>
  <property fmtid="{D5CDD505-2E9C-101B-9397-08002B2CF9AE}" pid="5" name="KSOProductBuildVer">
    <vt:lpwstr>2052-12.1.0.25225</vt:lpwstr>
  </property>
  <property fmtid="{D5CDD505-2E9C-101B-9397-08002B2CF9AE}" pid="6" name="ICV">
    <vt:lpwstr>0B72F2DE5CA94426ABB00C326C6E5430</vt:lpwstr>
  </property>
</Properties>
</file>