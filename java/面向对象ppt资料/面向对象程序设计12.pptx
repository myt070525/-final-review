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23"/>
  </p:handoutMasterIdLst>
  <p:sldIdLst>
    <p:sldId id="256" r:id="rId3"/>
    <p:sldId id="1475" r:id="rId5"/>
    <p:sldId id="1509" r:id="rId6"/>
    <p:sldId id="1510" r:id="rId7"/>
    <p:sldId id="1479" r:id="rId8"/>
    <p:sldId id="1512" r:id="rId9"/>
    <p:sldId id="1480" r:id="rId10"/>
    <p:sldId id="1529" r:id="rId11"/>
    <p:sldId id="1530" r:id="rId12"/>
    <p:sldId id="1484" r:id="rId13"/>
    <p:sldId id="1485" r:id="rId14"/>
    <p:sldId id="1487" r:id="rId15"/>
    <p:sldId id="1488" r:id="rId16"/>
    <p:sldId id="1531" r:id="rId17"/>
    <p:sldId id="1532" r:id="rId18"/>
    <p:sldId id="1533" r:id="rId19"/>
    <p:sldId id="1534" r:id="rId20"/>
    <p:sldId id="1535" r:id="rId21"/>
    <p:sldId id="1536" r:id="rId2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5200"/>
    <a:srgbClr val="C06000"/>
    <a:srgbClr val="039ABD"/>
    <a:srgbClr val="1D8DA3"/>
    <a:srgbClr val="099AB7"/>
    <a:srgbClr val="33CCFF"/>
    <a:srgbClr val="CCFFFF"/>
    <a:srgbClr val="F3B10D"/>
    <a:srgbClr val="CCFF66"/>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p:cViewPr varScale="1">
        <p:scale>
          <a:sx n="114" d="100"/>
          <a:sy n="114" d="100"/>
        </p:scale>
        <p:origin x="-1542" y="60"/>
      </p:cViewPr>
      <p:guideLst>
        <p:guide orient="horz" pos="2160"/>
        <p:guide orient="horz" pos="4234"/>
        <p:guide orient="horz" pos="4031"/>
        <p:guide orient="horz" pos="618"/>
        <p:guide pos="2712"/>
        <p:guide pos="5465"/>
        <p:guide pos="301"/>
      </p:guideLst>
    </p:cSldViewPr>
  </p:slideViewPr>
  <p:notesTextViewPr>
    <p:cViewPr>
      <p:scale>
        <a:sx n="1" d="1"/>
        <a:sy n="1" d="1"/>
      </p:scale>
      <p:origin x="0" y="0"/>
    </p:cViewPr>
  </p:notesTextViewPr>
  <p:notesViewPr>
    <p:cSldViewPr>
      <p:cViewPr varScale="1">
        <p:scale>
          <a:sx n="59" d="100"/>
          <a:sy n="59" d="100"/>
        </p:scale>
        <p:origin x="2454" y="24"/>
      </p:cViewPr>
      <p:guideLst>
        <p:guide orient="horz" pos="2880"/>
        <p:guide pos="2034"/>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handoutMaster" Target="handoutMasters/handoutMaster1.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AB19548-F454-4331-83C2-8A7F164E39A3}"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6E25D8A-A620-4ACE-B1CF-F6E9B44ECD23}"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CE75B1-D996-41EC-AA92-8E0F9339AE2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ACBB548-4544-46A5-8423-F94A584A161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7"/>
          <p:cNvSpPr txBox="1">
            <a:spLocks noGrp="1"/>
          </p:cNvSpPr>
          <p:nvPr/>
        </p:nvSpPr>
        <p:spPr>
          <a:xfrm>
            <a:off x="3886200" y="8686800"/>
            <a:ext cx="2971800" cy="457200"/>
          </a:xfrm>
          <a:prstGeom prst="rect">
            <a:avLst/>
          </a:prstGeom>
          <a:noFill/>
          <a:ln w="9525">
            <a:noFill/>
          </a:ln>
        </p:spPr>
        <p:txBody>
          <a:bodyPr lIns="19050" tIns="0" rIns="19050" bIns="0" anchor="b"/>
          <a:p>
            <a:pPr lvl="0" algn="r"/>
            <a:fld id="{9A0DB2DC-4C9A-4742-B13C-FB6460FD3503}" type="slidenum">
              <a:rPr lang="en-US" altLang="zh-CN" sz="1000" i="1" dirty="0">
                <a:ea typeface="宋体" panose="02010600030101010101" pitchFamily="2" charset="-122"/>
              </a:rPr>
            </a:fld>
            <a:endParaRPr lang="en-US" altLang="zh-CN" sz="1000" i="1" dirty="0">
              <a:ea typeface="宋体" panose="02010600030101010101" pitchFamily="2" charset="-122"/>
            </a:endParaRPr>
          </a:p>
        </p:txBody>
      </p:sp>
      <p:sp>
        <p:nvSpPr>
          <p:cNvPr id="32771" name="Rectangle 2"/>
          <p:cNvSpPr>
            <a:spLocks noTextEdit="1"/>
          </p:cNvSpPr>
          <p:nvPr>
            <p:ph type="sldImg"/>
          </p:nvPr>
        </p:nvSpPr>
        <p:spPr>
          <a:xfrm>
            <a:off x="1150938" y="692150"/>
            <a:ext cx="4556125" cy="3416300"/>
          </a:xfrm>
          <a:prstGeom prst="rect">
            <a:avLst/>
          </a:prstGeom>
          <a:solidFill>
            <a:srgbClr val="FFFFFF"/>
          </a:solidFill>
          <a:ln w="9525" cap="flat" cmpd="sng">
            <a:solidFill>
              <a:srgbClr val="000000"/>
            </a:solidFill>
            <a:prstDash val="solid"/>
            <a:headEnd type="none" w="med" len="med"/>
            <a:tailEnd type="none" w="med" len="med"/>
          </a:ln>
        </p:spPr>
      </p:sp>
      <p:sp>
        <p:nvSpPr>
          <p:cNvPr id="32772" name="Rectangle 3"/>
          <p:cNvSpPr/>
          <p:nvPr>
            <p:ph type="body" idx="1"/>
          </p:nvPr>
        </p:nvSpPr>
        <p:spPr>
          <a:xfrm>
            <a:off x="914400" y="4343400"/>
            <a:ext cx="5029200" cy="4114800"/>
          </a:xfrm>
          <a:prstGeom prst="rect">
            <a:avLst/>
          </a:prstGeom>
          <a:solidFill>
            <a:srgbClr val="FFFFFF"/>
          </a:solidFill>
          <a:ln w="9525" cap="flat" cmpd="sng">
            <a:solidFill>
              <a:srgbClr val="000000"/>
            </a:solidFill>
            <a:prstDash val="solid"/>
            <a:headEnd type="none" w="med" len="med"/>
            <a:tailEnd type="none" w="med" len="med"/>
          </a:ln>
        </p:spPr>
        <p:txBody>
          <a:bodyPr lIns="92075" tIns="46038" rIns="92075" bIns="46038"/>
          <a:p>
            <a:pPr lvl="0"/>
            <a:endParaRPr lang="zh-CN" altLang="zh-CN" dirty="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7"/>
          <p:cNvSpPr txBox="1">
            <a:spLocks noGrp="1"/>
          </p:cNvSpPr>
          <p:nvPr/>
        </p:nvSpPr>
        <p:spPr>
          <a:xfrm>
            <a:off x="3886200" y="8686800"/>
            <a:ext cx="2971800" cy="457200"/>
          </a:xfrm>
          <a:prstGeom prst="rect">
            <a:avLst/>
          </a:prstGeom>
          <a:noFill/>
          <a:ln w="9525">
            <a:noFill/>
          </a:ln>
        </p:spPr>
        <p:txBody>
          <a:bodyPr lIns="19050" tIns="0" rIns="19050" bIns="0" anchor="b"/>
          <a:p>
            <a:pPr lvl="0" algn="r"/>
            <a:fld id="{9A0DB2DC-4C9A-4742-B13C-FB6460FD3503}" type="slidenum">
              <a:rPr lang="en-US" altLang="en-US" sz="1000" i="1" dirty="0"/>
            </a:fld>
            <a:endParaRPr lang="en-US" altLang="en-US" sz="1000" i="1" dirty="0"/>
          </a:p>
        </p:txBody>
      </p:sp>
      <p:sp>
        <p:nvSpPr>
          <p:cNvPr id="54275" name="Rectangle 2"/>
          <p:cNvSpPr>
            <a:spLocks noTextEdit="1"/>
          </p:cNvSpPr>
          <p:nvPr>
            <p:ph type="sldImg"/>
          </p:nvPr>
        </p:nvSpPr>
        <p:spPr>
          <a:xfrm>
            <a:off x="1150938" y="692150"/>
            <a:ext cx="4556125" cy="3416300"/>
          </a:xfrm>
          <a:prstGeom prst="rect">
            <a:avLst/>
          </a:prstGeom>
          <a:solidFill>
            <a:srgbClr val="FFFFFF"/>
          </a:solidFill>
          <a:ln w="9525" cap="flat" cmpd="sng">
            <a:solidFill>
              <a:srgbClr val="000000"/>
            </a:solidFill>
            <a:prstDash val="solid"/>
            <a:headEnd type="none" w="med" len="med"/>
            <a:tailEnd type="none" w="med" len="med"/>
          </a:ln>
        </p:spPr>
      </p:sp>
      <p:sp>
        <p:nvSpPr>
          <p:cNvPr id="54276" name="Rectangle 3"/>
          <p:cNvSpPr/>
          <p:nvPr>
            <p:ph type="body" idx="1"/>
          </p:nvPr>
        </p:nvSpPr>
        <p:spPr>
          <a:xfrm>
            <a:off x="914400" y="4343400"/>
            <a:ext cx="5029200" cy="4114800"/>
          </a:xfrm>
          <a:prstGeom prst="rect">
            <a:avLst/>
          </a:prstGeom>
          <a:solidFill>
            <a:srgbClr val="FFFFFF"/>
          </a:solidFill>
          <a:ln w="9525" cap="flat" cmpd="sng">
            <a:solidFill>
              <a:srgbClr val="000000"/>
            </a:solidFill>
            <a:prstDash val="solid"/>
            <a:headEnd type="none" w="med" len="med"/>
            <a:tailEnd type="none" w="med" len="med"/>
          </a:ln>
        </p:spPr>
        <p:txBody>
          <a:bodyPr lIns="92075" tIns="46038" rIns="92075" bIns="46038"/>
          <a:p>
            <a:pPr lvl="0"/>
            <a:endParaRPr lang="en-US"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7"/>
          <p:cNvSpPr txBox="1">
            <a:spLocks noGrp="1"/>
          </p:cNvSpPr>
          <p:nvPr/>
        </p:nvSpPr>
        <p:spPr>
          <a:xfrm>
            <a:off x="3886200" y="8686800"/>
            <a:ext cx="2971800" cy="457200"/>
          </a:xfrm>
          <a:prstGeom prst="rect">
            <a:avLst/>
          </a:prstGeom>
          <a:noFill/>
          <a:ln w="9525">
            <a:noFill/>
          </a:ln>
        </p:spPr>
        <p:txBody>
          <a:bodyPr lIns="19050" tIns="0" rIns="19050" bIns="0" anchor="b"/>
          <a:p>
            <a:pPr lvl="0" algn="r"/>
            <a:fld id="{9A0DB2DC-4C9A-4742-B13C-FB6460FD3503}" type="slidenum">
              <a:rPr lang="en-US" altLang="en-US" sz="1000" i="1" dirty="0"/>
            </a:fld>
            <a:endParaRPr lang="en-US" altLang="en-US" sz="1000" i="1" dirty="0"/>
          </a:p>
        </p:txBody>
      </p:sp>
      <p:sp>
        <p:nvSpPr>
          <p:cNvPr id="55299" name="Rectangle 2"/>
          <p:cNvSpPr>
            <a:spLocks noTextEdit="1"/>
          </p:cNvSpPr>
          <p:nvPr>
            <p:ph type="sldImg"/>
          </p:nvPr>
        </p:nvSpPr>
        <p:spPr>
          <a:xfrm>
            <a:off x="1150938" y="692150"/>
            <a:ext cx="4556125" cy="3416300"/>
          </a:xfrm>
          <a:prstGeom prst="rect">
            <a:avLst/>
          </a:prstGeom>
          <a:solidFill>
            <a:srgbClr val="FFFFFF"/>
          </a:solidFill>
          <a:ln w="9525" cap="flat" cmpd="sng">
            <a:solidFill>
              <a:srgbClr val="000000"/>
            </a:solidFill>
            <a:prstDash val="solid"/>
            <a:headEnd type="none" w="med" len="med"/>
            <a:tailEnd type="none" w="med" len="med"/>
          </a:ln>
        </p:spPr>
      </p:sp>
      <p:sp>
        <p:nvSpPr>
          <p:cNvPr id="55300" name="Rectangle 3"/>
          <p:cNvSpPr/>
          <p:nvPr>
            <p:ph type="body" idx="1"/>
          </p:nvPr>
        </p:nvSpPr>
        <p:spPr>
          <a:xfrm>
            <a:off x="914400" y="4343400"/>
            <a:ext cx="5029200" cy="4114800"/>
          </a:xfrm>
          <a:prstGeom prst="rect">
            <a:avLst/>
          </a:prstGeom>
          <a:solidFill>
            <a:srgbClr val="FFFFFF"/>
          </a:solidFill>
          <a:ln w="9525" cap="flat" cmpd="sng">
            <a:solidFill>
              <a:srgbClr val="000000"/>
            </a:solidFill>
            <a:prstDash val="solid"/>
            <a:headEnd type="none" w="med" len="med"/>
            <a:tailEnd type="none" w="med" len="med"/>
          </a:ln>
        </p:spPr>
        <p:txBody>
          <a:bodyPr lIns="92075" tIns="46038" rIns="92075" bIns="46038"/>
          <a:p>
            <a:pPr lvl="0"/>
            <a:endParaRPr lang="en-US"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幻灯片图像占位符 1"/>
          <p:cNvSpPr>
            <a:spLocks noGrp="1" noRot="1" noChangeAspect="1"/>
          </p:cNvSpPr>
          <p:nvPr>
            <p:ph type="sldImg"/>
          </p:nvPr>
        </p:nvSpPr>
        <p:spPr>
          <a:xfrm>
            <a:off x="1371600" y="1143000"/>
            <a:ext cx="4114800" cy="3086100"/>
          </a:xfrm>
          <a:prstGeom prst="rect">
            <a:avLst/>
          </a:prstGeom>
          <a:noFill/>
          <a:ln w="12700" cap="flat" cmpd="sng">
            <a:solidFill>
              <a:srgbClr val="000000"/>
            </a:solidFill>
            <a:prstDash val="solid"/>
            <a:headEnd type="none" w="med" len="med"/>
            <a:tailEnd type="none" w="med" len="med"/>
          </a:ln>
        </p:spPr>
      </p:sp>
      <p:sp>
        <p:nvSpPr>
          <p:cNvPr id="39939" name="备注占位符 2"/>
          <p:cNvSpPr>
            <a:spLocks noGrp="1"/>
          </p:cNvSpPr>
          <p:nvPr>
            <p:ph type="body" idx="1"/>
          </p:nvPr>
        </p:nvSpPr>
        <p:spPr>
          <a:xfrm>
            <a:off x="685800" y="4400550"/>
            <a:ext cx="5486400" cy="3600450"/>
          </a:xfrm>
          <a:prstGeom prst="rect">
            <a:avLst/>
          </a:prstGeom>
          <a:noFill/>
          <a:ln w="9525">
            <a:noFill/>
          </a:ln>
        </p:spPr>
        <p:txBody>
          <a:bodyPr/>
          <a:p>
            <a:pPr lvl="0"/>
            <a:endParaRPr lang="zh-CN" altLang="en-US"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www.nordridesign.com/" TargetMode="Externa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www.nordridesign.com/" TargetMode="Externa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65" name="Picture 5" descr="E:\PAT 图片资源素材\PPT\待整理\精选 0 (13).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5074" r="11656" b="3263"/>
          <a:stretch>
            <a:fillRect/>
          </a:stretch>
        </p:blipFill>
        <p:spPr bwMode="auto">
          <a:xfrm flipV="1">
            <a:off x="3111190" y="-1"/>
            <a:ext cx="6057842" cy="6857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矩形 11"/>
          <p:cNvSpPr>
            <a:spLocks noChangeArrowheads="1"/>
          </p:cNvSpPr>
          <p:nvPr userDrawn="1"/>
        </p:nvSpPr>
        <p:spPr bwMode="auto">
          <a:xfrm>
            <a:off x="19228" y="6886078"/>
            <a:ext cx="9144000" cy="287338"/>
          </a:xfrm>
          <a:prstGeom prst="rect">
            <a:avLst/>
          </a:prstGeom>
          <a:solidFill>
            <a:srgbClr val="BBBFC3">
              <a:alpha val="0"/>
            </a:srgbClr>
          </a:solidFill>
          <a:ln>
            <a:noFill/>
          </a:ln>
        </p:spPr>
        <p:txBody>
          <a:bodyPr anchor="ctr"/>
          <a:lstStyle/>
          <a:p>
            <a:pPr marL="622300" lvl="0"/>
            <a:endParaRPr lang="en-US" altLang="zh-CN" sz="1100" dirty="0">
              <a:cs typeface="Arial" panose="020B0604020202020204" pitchFamily="34" charset="0"/>
            </a:endParaRPr>
          </a:p>
        </p:txBody>
      </p:sp>
      <p:sp>
        <p:nvSpPr>
          <p:cNvPr id="23" name="Rectangle 5">
            <a:hlinkClick r:id="rId3"/>
          </p:cNvPr>
          <p:cNvSpPr txBox="1">
            <a:spLocks noChangeArrowheads="1"/>
          </p:cNvSpPr>
          <p:nvPr userDrawn="1"/>
        </p:nvSpPr>
        <p:spPr bwMode="gray">
          <a:xfrm>
            <a:off x="-17285" y="5876800"/>
            <a:ext cx="3059832" cy="504527"/>
          </a:xfrm>
          <a:prstGeom prst="rect">
            <a:avLst/>
          </a:prstGeom>
          <a:gradFill flip="none" rotWithShape="1">
            <a:gsLst>
              <a:gs pos="0">
                <a:schemeClr val="bg1">
                  <a:alpha val="29000"/>
                </a:schemeClr>
              </a:gs>
              <a:gs pos="100000">
                <a:schemeClr val="bg1">
                  <a:lumMod val="75000"/>
                  <a:alpha val="48000"/>
                </a:schemeClr>
              </a:gs>
            </a:gsLst>
            <a:lin ang="10800000" scaled="1"/>
            <a:tileRect/>
          </a:gradFill>
          <a:ln>
            <a:noFill/>
          </a:ln>
        </p:spPr>
        <p:txBody>
          <a:bodyPr lIns="144000" rIns="504000"/>
          <a:lstStyle>
            <a:lvl1pPr>
              <a:defRPr>
                <a:solidFill>
                  <a:schemeClr val="tx1"/>
                </a:solidFill>
                <a:latin typeface="Arial" panose="020B0604020202020204" pitchFamily="34" charset="0"/>
                <a:ea typeface="黑体" panose="02010609060101010101" pitchFamily="2" charset="-122"/>
              </a:defRPr>
            </a:lvl1pPr>
            <a:lvl2pPr marL="742950" indent="-285750">
              <a:defRPr>
                <a:solidFill>
                  <a:schemeClr val="tx1"/>
                </a:solidFill>
                <a:latin typeface="Arial" panose="020B0604020202020204" pitchFamily="34" charset="0"/>
                <a:ea typeface="黑体" panose="02010609060101010101" pitchFamily="2" charset="-122"/>
              </a:defRPr>
            </a:lvl2pPr>
            <a:lvl3pPr marL="1143000" indent="-228600">
              <a:defRPr>
                <a:solidFill>
                  <a:schemeClr val="tx1"/>
                </a:solidFill>
                <a:latin typeface="Arial" panose="020B0604020202020204" pitchFamily="34" charset="0"/>
                <a:ea typeface="黑体" panose="02010609060101010101" pitchFamily="2" charset="-122"/>
              </a:defRPr>
            </a:lvl3pPr>
            <a:lvl4pPr marL="1600200" indent="-228600">
              <a:defRPr>
                <a:solidFill>
                  <a:schemeClr val="tx1"/>
                </a:solidFill>
                <a:latin typeface="Arial" panose="020B0604020202020204" pitchFamily="34" charset="0"/>
                <a:ea typeface="黑体" panose="02010609060101010101" pitchFamily="2" charset="-122"/>
              </a:defRPr>
            </a:lvl4pPr>
            <a:lvl5pPr marL="2057400" indent="-228600">
              <a:defRPr>
                <a:solidFill>
                  <a:schemeClr val="tx1"/>
                </a:solidFill>
                <a:latin typeface="Arial" panose="020B0604020202020204" pitchFamily="34" charset="0"/>
                <a:ea typeface="黑体" panose="0201060906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9pPr>
          </a:lstStyle>
          <a:p>
            <a:pPr marL="0" indent="355600" algn="l" eaLnBrk="0" hangingPunct="0">
              <a:spcBef>
                <a:spcPct val="60000"/>
              </a:spcBef>
              <a:buClr>
                <a:schemeClr val="accent1"/>
              </a:buClr>
            </a:pPr>
            <a:endParaRPr lang="en-US" altLang="zh-CN" sz="1400" i="1" noProof="1">
              <a:solidFill>
                <a:schemeClr val="bg1"/>
              </a:solidFill>
              <a:effectLst>
                <a:outerShdw blurRad="38100" dist="38100" dir="2700000" algn="tl">
                  <a:srgbClr val="000000">
                    <a:alpha val="43137"/>
                  </a:srgbClr>
                </a:outerShdw>
              </a:effectLst>
              <a:latin typeface="Arial" panose="020B0604020202020204" pitchFamily="34" charset="0"/>
              <a:ea typeface="+mj-ea"/>
              <a:cs typeface="Arial" panose="020B0604020202020204" pitchFamily="34" charset="0"/>
            </a:endParaRPr>
          </a:p>
        </p:txBody>
      </p:sp>
      <p:sp>
        <p:nvSpPr>
          <p:cNvPr id="2" name="标题 1"/>
          <p:cNvSpPr>
            <a:spLocks noGrp="1"/>
          </p:cNvSpPr>
          <p:nvPr userDrawn="1">
            <p:ph type="ctrTitle"/>
          </p:nvPr>
        </p:nvSpPr>
        <p:spPr>
          <a:xfrm>
            <a:off x="468313" y="2132856"/>
            <a:ext cx="6047903" cy="639678"/>
          </a:xfrm>
          <a:prstGeom prst="rect">
            <a:avLst/>
          </a:prstGeom>
        </p:spPr>
        <p:txBody>
          <a:bodyPr>
            <a:noAutofit/>
          </a:bodyPr>
          <a:lstStyle>
            <a:lvl1pPr algn="l">
              <a:defRPr sz="5400" b="1">
                <a:solidFill>
                  <a:schemeClr val="tx1"/>
                </a:solidFill>
                <a:latin typeface="+mj-ea"/>
                <a:ea typeface="+mj-ea"/>
              </a:defRPr>
            </a:lvl1pPr>
          </a:lstStyle>
          <a:p>
            <a:r>
              <a:rPr lang="zh-CN" altLang="en-US" smtClean="0"/>
              <a:t>单击此处编辑母版标题样式</a:t>
            </a:r>
            <a:endParaRPr lang="zh-CN" altLang="en-US" dirty="0"/>
          </a:p>
        </p:txBody>
      </p:sp>
      <p:sp>
        <p:nvSpPr>
          <p:cNvPr id="3" name="副标题 2"/>
          <p:cNvSpPr>
            <a:spLocks noGrp="1"/>
          </p:cNvSpPr>
          <p:nvPr userDrawn="1">
            <p:ph type="subTitle" idx="1" hasCustomPrompt="1"/>
          </p:nvPr>
        </p:nvSpPr>
        <p:spPr>
          <a:xfrm>
            <a:off x="468314" y="2952936"/>
            <a:ext cx="6047292" cy="372244"/>
          </a:xfrm>
          <a:prstGeom prst="rect">
            <a:avLst/>
          </a:prstGeom>
        </p:spPr>
        <p:txBody>
          <a:bodyPr>
            <a:noAutofit/>
          </a:bodyPr>
          <a:lstStyle>
            <a:lvl1pPr marL="0" indent="0" algn="l">
              <a:buNone/>
              <a:defRPr sz="3600">
                <a:solidFill>
                  <a:schemeClr val="tx1"/>
                </a:solidFill>
                <a:latin typeface="+mj-ea"/>
                <a:ea typeface="+mj-e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单击以编辑母版副标题样式</a:t>
            </a:r>
            <a:endParaRPr lang="zh-CN" altLang="en-US"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vl1pPr>
          </a:lstStyle>
          <a:p>
            <a:r>
              <a:rPr lang="zh-CN" altLang="en-US" smtClean="0"/>
              <a:t>单击此处编辑母版标题样式</a:t>
            </a:r>
            <a:endParaRPr lang="zh-CN" altLang="en-US" dirty="0"/>
          </a:p>
        </p:txBody>
      </p:sp>
      <p:sp>
        <p:nvSpPr>
          <p:cNvPr id="3" name="页脚占位符 2"/>
          <p:cNvSpPr>
            <a:spLocks noGrp="1"/>
          </p:cNvSpPr>
          <p:nvPr>
            <p:ph type="ftr" sz="quarter" idx="10"/>
          </p:nvPr>
        </p:nvSpPr>
        <p:spPr/>
        <p:txBody>
          <a:bodyPr/>
          <a:lstStyle/>
          <a:p>
            <a:endParaRPr lang="zh-CN" altLang="en-US" dirty="0"/>
          </a:p>
        </p:txBody>
      </p:sp>
      <p:sp>
        <p:nvSpPr>
          <p:cNvPr id="4" name="灯片编号占位符 3"/>
          <p:cNvSpPr>
            <a:spLocks noGrp="1"/>
          </p:cNvSpPr>
          <p:nvPr>
            <p:ph type="sldNum" sz="quarter" idx="11"/>
          </p:nvPr>
        </p:nvSpPr>
        <p:spPr/>
        <p:txBody>
          <a:bodyPr/>
          <a:lstStyle/>
          <a:p>
            <a:r>
              <a:rPr lang="en-US" altLang="zh-CN" dirty="0" smtClean="0"/>
              <a:t>P</a:t>
            </a:r>
            <a:fld id="{62DCC93C-90AC-48A1-9D9E-CBAB17A91522}" type="slidenum">
              <a:rPr lang="zh-CN" altLang="en-US" dirty="0" smtClean="0"/>
            </a:fld>
            <a:endParaRPr lang="zh-CN" altLang="en-US" dirty="0"/>
          </a:p>
        </p:txBody>
      </p:sp>
      <p:sp>
        <p:nvSpPr>
          <p:cNvPr id="5" name="内容占位符 8"/>
          <p:cNvSpPr>
            <a:spLocks noGrp="1"/>
          </p:cNvSpPr>
          <p:nvPr>
            <p:ph sz="quarter" idx="12" hasCustomPrompt="1"/>
          </p:nvPr>
        </p:nvSpPr>
        <p:spPr>
          <a:xfrm>
            <a:off x="468312" y="981075"/>
            <a:ext cx="8207376" cy="5400675"/>
          </a:xfrm>
        </p:spPr>
        <p:txBody>
          <a:bodyPr/>
          <a:lstStyle>
            <a:lvl1pPr>
              <a:lnSpc>
                <a:spcPct val="120000"/>
              </a:lnSpc>
              <a:buClr>
                <a:srgbClr val="7030A0"/>
              </a:buClr>
              <a:buSzPct val="70000"/>
              <a:buFont typeface="Wingdings" panose="05000000000000000000" pitchFamily="2" charset="2"/>
              <a:buChar char="n"/>
              <a:defRPr sz="2600" baseline="0"/>
            </a:lvl1pPr>
            <a:lvl2pPr marL="742950" indent="-285750">
              <a:buFont typeface="Wingdings" panose="05000000000000000000" pitchFamily="2" charset="2"/>
              <a:buChar char="l"/>
              <a:defRPr sz="2200"/>
            </a:lvl2pPr>
            <a:lvl3pPr>
              <a:defRPr sz="1600"/>
            </a:lvl3pPr>
          </a:lstStyle>
          <a:p>
            <a:pPr lvl="0"/>
            <a:r>
              <a:rPr lang="zh-CN" altLang="en-US" dirty="0" smtClean="0"/>
              <a:t>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pic>
        <p:nvPicPr>
          <p:cNvPr id="6" name="Picture 2"/>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tretch>
            <a:fillRect/>
          </a:stretch>
        </p:blipFill>
        <p:spPr bwMode="auto">
          <a:xfrm>
            <a:off x="477838" y="6381750"/>
            <a:ext cx="8188325" cy="11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页脚占位符 2"/>
          <p:cNvSpPr>
            <a:spLocks noGrp="1"/>
          </p:cNvSpPr>
          <p:nvPr>
            <p:ph type="ftr" sz="quarter" idx="10"/>
          </p:nvPr>
        </p:nvSpPr>
        <p:spPr/>
        <p:txBody>
          <a:bodyPr/>
          <a:lstStyle/>
          <a:p>
            <a:endParaRPr lang="zh-CN" altLang="en-US" dirty="0"/>
          </a:p>
        </p:txBody>
      </p:sp>
      <p:sp>
        <p:nvSpPr>
          <p:cNvPr id="5" name="灯片编号占位符 3"/>
          <p:cNvSpPr>
            <a:spLocks noGrp="1"/>
          </p:cNvSpPr>
          <p:nvPr>
            <p:ph type="sldNum" sz="quarter" idx="11"/>
          </p:nvPr>
        </p:nvSpPr>
        <p:spPr>
          <a:xfrm>
            <a:off x="468313" y="6453188"/>
            <a:ext cx="1007343" cy="268287"/>
          </a:xfrm>
        </p:spPr>
        <p:txBody>
          <a:bodyPr/>
          <a:lstStyle/>
          <a:p>
            <a:r>
              <a:rPr lang="en-US" altLang="zh-CN" dirty="0" smtClean="0"/>
              <a:t>P</a:t>
            </a:r>
            <a:fld id="{62DCC93C-90AC-48A1-9D9E-CBAB17A91522}" type="slidenum">
              <a:rPr lang="zh-CN" altLang="en-US" dirty="0" smtClean="0"/>
            </a:fld>
            <a:endParaRPr lang="zh-CN" altLang="en-US" dirty="0"/>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空白">
    <p:spTree>
      <p:nvGrpSpPr>
        <p:cNvPr id="1" name=""/>
        <p:cNvGrpSpPr/>
        <p:nvPr/>
      </p:nvGrpSpPr>
      <p:grpSpPr>
        <a:xfrm>
          <a:off x="0" y="0"/>
          <a:ext cx="0" cy="0"/>
          <a:chOff x="0" y="0"/>
          <a:chExt cx="0" cy="0"/>
        </a:xfrm>
      </p:grpSpPr>
      <p:sp>
        <p:nvSpPr>
          <p:cNvPr id="3" name="页脚占位符 2"/>
          <p:cNvSpPr>
            <a:spLocks noGrp="1"/>
          </p:cNvSpPr>
          <p:nvPr>
            <p:ph type="ftr" sz="quarter" idx="10"/>
          </p:nvPr>
        </p:nvSpPr>
        <p:spPr/>
        <p:txBody>
          <a:bodyPr/>
          <a:lstStyle/>
          <a:p>
            <a:endParaRPr lang="zh-CN" altLang="en-US" dirty="0"/>
          </a:p>
        </p:txBody>
      </p:sp>
      <p:sp>
        <p:nvSpPr>
          <p:cNvPr id="6" name="灯片编号占位符 3"/>
          <p:cNvSpPr>
            <a:spLocks noGrp="1"/>
          </p:cNvSpPr>
          <p:nvPr>
            <p:ph type="sldNum" sz="quarter" idx="11"/>
          </p:nvPr>
        </p:nvSpPr>
        <p:spPr>
          <a:xfrm>
            <a:off x="468313" y="6453188"/>
            <a:ext cx="1007343" cy="268287"/>
          </a:xfrm>
        </p:spPr>
        <p:txBody>
          <a:bodyPr/>
          <a:lstStyle/>
          <a:p>
            <a:r>
              <a:rPr lang="en-US" altLang="zh-CN" dirty="0" smtClean="0"/>
              <a:t>P</a:t>
            </a:r>
            <a:fld id="{62DCC93C-90AC-48A1-9D9E-CBAB17A91522}" type="slidenum">
              <a:rPr lang="zh-CN" altLang="en-US" dirty="0" smtClean="0"/>
            </a:fld>
            <a:endParaRPr lang="zh-CN" altLang="en-US" dirty="0"/>
          </a:p>
        </p:txBody>
      </p:sp>
      <p:sp>
        <p:nvSpPr>
          <p:cNvPr id="7" name="矩形 11"/>
          <p:cNvSpPr>
            <a:spLocks noChangeArrowheads="1"/>
          </p:cNvSpPr>
          <p:nvPr userDrawn="1"/>
        </p:nvSpPr>
        <p:spPr bwMode="auto">
          <a:xfrm>
            <a:off x="0" y="6864350"/>
            <a:ext cx="9144000" cy="287338"/>
          </a:xfrm>
          <a:prstGeom prst="rect">
            <a:avLst/>
          </a:prstGeom>
          <a:solidFill>
            <a:srgbClr val="BBBFC3">
              <a:alpha val="0"/>
            </a:srgbClr>
          </a:solidFill>
          <a:ln>
            <a:noFill/>
          </a:ln>
        </p:spPr>
        <p:txBody>
          <a:bodyPr anchor="ctr"/>
          <a:lstStyle/>
          <a:p>
            <a:pPr marL="622300" lvl="0"/>
            <a:endParaRPr lang="en-US" altLang="zh-CN" sz="1100" dirty="0">
              <a:cs typeface="Arial" panose="020B0604020202020204" pitchFamily="34" charset="0"/>
            </a:endParaRP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配色方案说明">
    <p:spTree>
      <p:nvGrpSpPr>
        <p:cNvPr id="1" name=""/>
        <p:cNvGrpSpPr/>
        <p:nvPr/>
      </p:nvGrpSpPr>
      <p:grpSpPr>
        <a:xfrm>
          <a:off x="0" y="0"/>
          <a:ext cx="0" cy="0"/>
          <a:chOff x="0" y="0"/>
          <a:chExt cx="0" cy="0"/>
        </a:xfrm>
      </p:grpSpPr>
      <p:sp>
        <p:nvSpPr>
          <p:cNvPr id="56" name="日期占位符 55"/>
          <p:cNvSpPr>
            <a:spLocks noGrp="1"/>
          </p:cNvSpPr>
          <p:nvPr>
            <p:ph type="dt" sz="half" idx="14"/>
          </p:nvPr>
        </p:nvSpPr>
        <p:spPr/>
        <p:txBody>
          <a:bodyPr/>
          <a:lstStyle/>
          <a:p>
            <a:endParaRPr lang="zh-CN" altLang="en-US"/>
          </a:p>
        </p:txBody>
      </p:sp>
      <p:sp>
        <p:nvSpPr>
          <p:cNvPr id="57" name="页脚占位符 56"/>
          <p:cNvSpPr>
            <a:spLocks noGrp="1"/>
          </p:cNvSpPr>
          <p:nvPr>
            <p:ph type="ftr" sz="quarter" idx="15"/>
          </p:nvPr>
        </p:nvSpPr>
        <p:spPr/>
        <p:txBody>
          <a:bodyPr/>
          <a:lstStyle/>
          <a:p>
            <a:endParaRPr lang="zh-CN" altLang="en-US" dirty="0"/>
          </a:p>
        </p:txBody>
      </p:sp>
      <p:sp>
        <p:nvSpPr>
          <p:cNvPr id="58" name="灯片编号占位符 57"/>
          <p:cNvSpPr>
            <a:spLocks noGrp="1"/>
          </p:cNvSpPr>
          <p:nvPr>
            <p:ph type="sldNum" sz="quarter" idx="16"/>
          </p:nvPr>
        </p:nvSpPr>
        <p:spPr/>
        <p:txBody>
          <a:bodyPr/>
          <a:lstStyle/>
          <a:p>
            <a:r>
              <a:rPr lang="en-US" altLang="zh-CN" smtClean="0"/>
              <a:t>P</a:t>
            </a:r>
            <a:fld id="{62DCC93C-90AC-48A1-9D9E-CBAB17A91522}" type="slidenum">
              <a:rPr lang="zh-CN" altLang="en-US" smtClean="0"/>
            </a:fld>
            <a:endParaRPr lang="zh-CN" altLang="en-US" dirty="0"/>
          </a:p>
        </p:txBody>
      </p:sp>
      <p:grpSp>
        <p:nvGrpSpPr>
          <p:cNvPr id="2" name="组合 1"/>
          <p:cNvGrpSpPr/>
          <p:nvPr userDrawn="1"/>
        </p:nvGrpSpPr>
        <p:grpSpPr>
          <a:xfrm>
            <a:off x="741702" y="1398826"/>
            <a:ext cx="7672274" cy="4811474"/>
            <a:chOff x="468311" y="1227376"/>
            <a:chExt cx="8219055" cy="5154374"/>
          </a:xfrm>
        </p:grpSpPr>
        <p:sp>
          <p:nvSpPr>
            <p:cNvPr id="6" name="矩形 5"/>
            <p:cNvSpPr/>
            <p:nvPr userDrawn="1"/>
          </p:nvSpPr>
          <p:spPr bwMode="auto">
            <a:xfrm>
              <a:off x="7477213" y="2816932"/>
              <a:ext cx="1210153" cy="1213910"/>
            </a:xfrm>
            <a:prstGeom prst="rect">
              <a:avLst/>
            </a:prstGeom>
            <a:gradFill flip="none" rotWithShape="1">
              <a:gsLst>
                <a:gs pos="100000">
                  <a:schemeClr val="bg1">
                    <a:alpha val="0"/>
                  </a:schemeClr>
                </a:gs>
                <a:gs pos="0">
                  <a:schemeClr val="bg1">
                    <a:lumMod val="95000"/>
                    <a:alpha val="0"/>
                  </a:schemeClr>
                </a:gs>
                <a:gs pos="47000">
                  <a:schemeClr val="bg1">
                    <a:lumMod val="85000"/>
                  </a:schemeClr>
                </a:gs>
              </a:gsLst>
              <a:lin ang="16200000" scaled="1"/>
              <a:tileRect/>
            </a:gradFill>
            <a:ln>
              <a:noFill/>
            </a:ln>
          </p:spPr>
          <p:txBody>
            <a:bodyPr vert="horz" wrap="square" lIns="91440" tIns="45720" rIns="91440" bIns="45720" numCol="1" rtlCol="0" anchor="t" anchorCtr="0" compatLnSpc="1"/>
            <a:lstStyle/>
            <a:p>
              <a:pPr algn="ctr"/>
              <a:endParaRPr lang="zh-CN" altLang="en-US"/>
            </a:p>
          </p:txBody>
        </p:sp>
        <p:sp>
          <p:nvSpPr>
            <p:cNvPr id="7" name="矩形 6"/>
            <p:cNvSpPr/>
            <p:nvPr userDrawn="1"/>
          </p:nvSpPr>
          <p:spPr bwMode="auto">
            <a:xfrm>
              <a:off x="3266666" y="2816932"/>
              <a:ext cx="1210153" cy="1213910"/>
            </a:xfrm>
            <a:prstGeom prst="rect">
              <a:avLst/>
            </a:prstGeom>
            <a:gradFill flip="none" rotWithShape="1">
              <a:gsLst>
                <a:gs pos="100000">
                  <a:schemeClr val="bg1">
                    <a:alpha val="0"/>
                  </a:schemeClr>
                </a:gs>
                <a:gs pos="0">
                  <a:schemeClr val="bg1">
                    <a:lumMod val="95000"/>
                    <a:alpha val="0"/>
                  </a:schemeClr>
                </a:gs>
                <a:gs pos="47000">
                  <a:schemeClr val="bg1">
                    <a:lumMod val="85000"/>
                  </a:schemeClr>
                </a:gs>
              </a:gsLst>
              <a:lin ang="16200000" scaled="1"/>
              <a:tileRect/>
            </a:gradFill>
            <a:ln>
              <a:noFill/>
            </a:ln>
          </p:spPr>
          <p:txBody>
            <a:bodyPr vert="horz" wrap="square" lIns="91440" tIns="45720" rIns="91440" bIns="45720" numCol="1" rtlCol="0" anchor="t" anchorCtr="0" compatLnSpc="1"/>
            <a:lstStyle/>
            <a:p>
              <a:pPr algn="ctr"/>
              <a:endParaRPr lang="zh-CN" altLang="en-US"/>
            </a:p>
          </p:txBody>
        </p:sp>
        <p:sp>
          <p:nvSpPr>
            <p:cNvPr id="8" name="矩形 7"/>
            <p:cNvSpPr/>
            <p:nvPr userDrawn="1"/>
          </p:nvSpPr>
          <p:spPr bwMode="auto">
            <a:xfrm>
              <a:off x="468314" y="2816932"/>
              <a:ext cx="2606725" cy="1213910"/>
            </a:xfrm>
            <a:prstGeom prst="rect">
              <a:avLst/>
            </a:prstGeom>
            <a:gradFill flip="none" rotWithShape="1">
              <a:gsLst>
                <a:gs pos="100000">
                  <a:schemeClr val="bg1">
                    <a:alpha val="0"/>
                  </a:schemeClr>
                </a:gs>
                <a:gs pos="0">
                  <a:schemeClr val="bg1">
                    <a:lumMod val="95000"/>
                    <a:alpha val="0"/>
                  </a:schemeClr>
                </a:gs>
                <a:gs pos="47000">
                  <a:schemeClr val="bg1">
                    <a:lumMod val="85000"/>
                  </a:schemeClr>
                </a:gs>
              </a:gsLst>
              <a:lin ang="16200000" scaled="1"/>
              <a:tileRect/>
            </a:gradFill>
            <a:ln>
              <a:noFill/>
            </a:ln>
          </p:spPr>
          <p:txBody>
            <a:bodyPr vert="horz" wrap="square" lIns="91440" tIns="45720" rIns="91440" bIns="45720" numCol="1" rtlCol="0" anchor="t" anchorCtr="0" compatLnSpc="1"/>
            <a:lstStyle/>
            <a:p>
              <a:pPr algn="ctr"/>
              <a:endParaRPr lang="zh-CN" altLang="en-US"/>
            </a:p>
          </p:txBody>
        </p:sp>
        <p:sp>
          <p:nvSpPr>
            <p:cNvPr id="10" name="左大括号 9"/>
            <p:cNvSpPr/>
            <p:nvPr userDrawn="1"/>
          </p:nvSpPr>
          <p:spPr>
            <a:xfrm rot="5400000">
              <a:off x="4342637" y="-2230069"/>
              <a:ext cx="454784" cy="8203433"/>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椭圆 10"/>
            <p:cNvSpPr/>
            <p:nvPr userDrawn="1"/>
          </p:nvSpPr>
          <p:spPr bwMode="auto">
            <a:xfrm>
              <a:off x="468313" y="2564904"/>
              <a:ext cx="504056" cy="504056"/>
            </a:xfrm>
            <a:prstGeom prst="ellipse">
              <a:avLst/>
            </a:prstGeom>
            <a:solidFill>
              <a:schemeClr val="bg1"/>
            </a:solidFill>
            <a:ln>
              <a:solidFill>
                <a:schemeClr val="bg1">
                  <a:lumMod val="85000"/>
                </a:schemeClr>
              </a:solid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2" name="椭圆 11"/>
            <p:cNvSpPr/>
            <p:nvPr userDrawn="1"/>
          </p:nvSpPr>
          <p:spPr bwMode="auto">
            <a:xfrm>
              <a:off x="1169203" y="2564904"/>
              <a:ext cx="504056" cy="504056"/>
            </a:xfrm>
            <a:prstGeom prst="ellipse">
              <a:avLst/>
            </a:prstGeom>
            <a:solidFill>
              <a:schemeClr val="tx1"/>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2</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3" name="椭圆 12"/>
            <p:cNvSpPr/>
            <p:nvPr userDrawn="1"/>
          </p:nvSpPr>
          <p:spPr bwMode="auto">
            <a:xfrm>
              <a:off x="1870093" y="2564904"/>
              <a:ext cx="504056" cy="504056"/>
            </a:xfrm>
            <a:prstGeom prst="ellipse">
              <a:avLst/>
            </a:prstGeom>
            <a:solidFill>
              <a:schemeClr val="bg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3</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4" name="椭圆 13"/>
            <p:cNvSpPr/>
            <p:nvPr userDrawn="1"/>
          </p:nvSpPr>
          <p:spPr bwMode="auto">
            <a:xfrm>
              <a:off x="2570983" y="2564904"/>
              <a:ext cx="504056" cy="504056"/>
            </a:xfrm>
            <a:prstGeom prst="ellipse">
              <a:avLst/>
            </a:prstGeom>
            <a:solidFill>
              <a:schemeClr val="tx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4</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5" name="椭圆 14"/>
            <p:cNvSpPr/>
            <p:nvPr userDrawn="1"/>
          </p:nvSpPr>
          <p:spPr bwMode="auto">
            <a:xfrm>
              <a:off x="3271873" y="2564904"/>
              <a:ext cx="504056" cy="504056"/>
            </a:xfrm>
            <a:prstGeom prst="ellipse">
              <a:avLst/>
            </a:prstGeom>
            <a:solidFill>
              <a:schemeClr val="accent1"/>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5</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6" name="椭圆 15"/>
            <p:cNvSpPr/>
            <p:nvPr userDrawn="1"/>
          </p:nvSpPr>
          <p:spPr bwMode="auto">
            <a:xfrm>
              <a:off x="3972763" y="2564904"/>
              <a:ext cx="504056" cy="504056"/>
            </a:xfrm>
            <a:prstGeom prst="ellipse">
              <a:avLst/>
            </a:prstGeom>
            <a:solidFill>
              <a:schemeClr val="accent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6</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7" name="椭圆 16"/>
            <p:cNvSpPr/>
            <p:nvPr userDrawn="1"/>
          </p:nvSpPr>
          <p:spPr bwMode="auto">
            <a:xfrm>
              <a:off x="4673653" y="2564904"/>
              <a:ext cx="504056" cy="504056"/>
            </a:xfrm>
            <a:prstGeom prst="ellipse">
              <a:avLst/>
            </a:prstGeom>
            <a:solidFill>
              <a:schemeClr val="accent3"/>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7</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8" name="椭圆 17"/>
            <p:cNvSpPr/>
            <p:nvPr userDrawn="1"/>
          </p:nvSpPr>
          <p:spPr bwMode="auto">
            <a:xfrm>
              <a:off x="5374543" y="2564904"/>
              <a:ext cx="504056" cy="504056"/>
            </a:xfrm>
            <a:prstGeom prst="ellipse">
              <a:avLst/>
            </a:prstGeom>
            <a:solidFill>
              <a:schemeClr val="accent4"/>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8</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9" name="椭圆 18"/>
            <p:cNvSpPr/>
            <p:nvPr userDrawn="1"/>
          </p:nvSpPr>
          <p:spPr bwMode="auto">
            <a:xfrm>
              <a:off x="6075433" y="2564904"/>
              <a:ext cx="504056" cy="504056"/>
            </a:xfrm>
            <a:prstGeom prst="ellipse">
              <a:avLst/>
            </a:prstGeom>
            <a:solidFill>
              <a:schemeClr val="accent5"/>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9</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0" name="椭圆 19"/>
            <p:cNvSpPr/>
            <p:nvPr userDrawn="1"/>
          </p:nvSpPr>
          <p:spPr bwMode="auto">
            <a:xfrm>
              <a:off x="6776323" y="2564904"/>
              <a:ext cx="504056" cy="504056"/>
            </a:xfrm>
            <a:prstGeom prst="ellipse">
              <a:avLst/>
            </a:prstGeom>
            <a:solidFill>
              <a:schemeClr val="accent6"/>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10</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1" name="椭圆 20"/>
            <p:cNvSpPr/>
            <p:nvPr userDrawn="1"/>
          </p:nvSpPr>
          <p:spPr bwMode="auto">
            <a:xfrm>
              <a:off x="7477213" y="2564904"/>
              <a:ext cx="504056" cy="504056"/>
            </a:xfrm>
            <a:prstGeom prst="ellipse">
              <a:avLst/>
            </a:prstGeom>
            <a:solidFill>
              <a:srgbClr val="0070C0"/>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11</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2" name="椭圆 21"/>
            <p:cNvSpPr/>
            <p:nvPr userDrawn="1"/>
          </p:nvSpPr>
          <p:spPr bwMode="auto">
            <a:xfrm>
              <a:off x="8178102" y="2564904"/>
              <a:ext cx="504056" cy="504056"/>
            </a:xfrm>
            <a:prstGeom prst="ellipse">
              <a:avLst/>
            </a:prstGeom>
            <a:solidFill>
              <a:srgbClr val="7030A0"/>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11</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3" name="左大括号 22"/>
            <p:cNvSpPr/>
            <p:nvPr userDrawn="1"/>
          </p:nvSpPr>
          <p:spPr>
            <a:xfrm rot="5400000">
              <a:off x="3736233" y="1751874"/>
              <a:ext cx="227392" cy="1156110"/>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左大括号 23"/>
            <p:cNvSpPr/>
            <p:nvPr userDrawn="1"/>
          </p:nvSpPr>
          <p:spPr>
            <a:xfrm rot="5400000">
              <a:off x="5887737" y="1050984"/>
              <a:ext cx="227392" cy="2557890"/>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左大括号 24"/>
            <p:cNvSpPr/>
            <p:nvPr userDrawn="1"/>
          </p:nvSpPr>
          <p:spPr>
            <a:xfrm rot="5400000">
              <a:off x="7941572" y="1751874"/>
              <a:ext cx="227392" cy="1156110"/>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6" name="左大括号 25"/>
            <p:cNvSpPr/>
            <p:nvPr userDrawn="1"/>
          </p:nvSpPr>
          <p:spPr>
            <a:xfrm rot="5400000">
              <a:off x="1605452" y="1079093"/>
              <a:ext cx="227392" cy="2501673"/>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7" name="左大括号 26"/>
            <p:cNvSpPr/>
            <p:nvPr userDrawn="1"/>
          </p:nvSpPr>
          <p:spPr>
            <a:xfrm rot="5400000" flipH="1">
              <a:off x="4342828" y="632797"/>
              <a:ext cx="415982" cy="8165010"/>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8" name="内容占位符 4"/>
            <p:cNvSpPr txBox="1"/>
            <p:nvPr userDrawn="1"/>
          </p:nvSpPr>
          <p:spPr>
            <a:xfrm>
              <a:off x="468314" y="5008949"/>
              <a:ext cx="8203430" cy="425203"/>
            </a:xfrm>
            <a:prstGeom prst="rect">
              <a:avLst/>
            </a:prstGeom>
            <a:noFill/>
          </p:spPr>
          <p:txBody>
            <a:bodyPr vert="horz" lIns="91440" tIns="45720" rIns="91440" bIns="45720" rtlCol="0" anchor="ctr">
              <a:noAutofit/>
            </a:bodyPr>
            <a:lstStyle>
              <a:lvl1pPr marL="342900" indent="-342900" algn="l" defTabSz="914400" rtl="0" eaLnBrk="1" latinLnBrk="0" hangingPunct="1">
                <a:lnSpc>
                  <a:spcPct val="120000"/>
                </a:lnSpc>
                <a:spcBef>
                  <a:spcPct val="20000"/>
                </a:spcBef>
                <a:buFont typeface="Arial" panose="020B0604020202020204" pitchFamily="34" charset="0"/>
                <a:buChar char="•"/>
                <a:defRPr sz="1800" kern="1200">
                  <a:solidFill>
                    <a:schemeClr val="tx1"/>
                  </a:solidFill>
                  <a:latin typeface="+mj-ea"/>
                  <a:ea typeface="+mj-ea"/>
                  <a:cs typeface="+mn-cs"/>
                </a:defRPr>
              </a:lvl1pPr>
              <a:lvl2pPr marL="742950" indent="-285750" algn="l" defTabSz="914400" rtl="0" eaLnBrk="1" latinLnBrk="0" hangingPunct="1">
                <a:lnSpc>
                  <a:spcPct val="120000"/>
                </a:lnSpc>
                <a:spcBef>
                  <a:spcPct val="20000"/>
                </a:spcBef>
                <a:buFont typeface="Arial" panose="020B0604020202020204" pitchFamily="34" charset="0"/>
                <a:buChar char="–"/>
                <a:defRPr sz="1600" kern="1200">
                  <a:solidFill>
                    <a:schemeClr val="tx1"/>
                  </a:solidFill>
                  <a:latin typeface="+mj-ea"/>
                  <a:ea typeface="+mj-ea"/>
                  <a:cs typeface="+mn-cs"/>
                </a:defRPr>
              </a:lvl2pPr>
              <a:lvl3pPr marL="1143000" indent="-228600" algn="l" defTabSz="914400" rtl="0" eaLnBrk="1" latinLnBrk="0" hangingPunct="1">
                <a:lnSpc>
                  <a:spcPct val="120000"/>
                </a:lnSpc>
                <a:spcBef>
                  <a:spcPct val="20000"/>
                </a:spcBef>
                <a:buFont typeface="Arial" panose="020B0604020202020204" pitchFamily="34" charset="0"/>
                <a:buChar char="•"/>
                <a:defRPr sz="1400" kern="1200">
                  <a:solidFill>
                    <a:schemeClr val="tx1"/>
                  </a:solidFill>
                  <a:latin typeface="+mj-ea"/>
                  <a:ea typeface="+mj-ea"/>
                  <a:cs typeface="+mn-cs"/>
                </a:defRPr>
              </a:lvl3pPr>
              <a:lvl4pPr marL="16002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j-ea"/>
                  <a:ea typeface="+mj-ea"/>
                  <a:cs typeface="+mn-cs"/>
                </a:defRPr>
              </a:lvl4pPr>
              <a:lvl5pPr marL="20574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j-ea"/>
                  <a:ea typeface="+mj-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en-US" altLang="zh-CN" sz="1600" b="1" dirty="0">
                  <a:solidFill>
                    <a:schemeClr val="bg1">
                      <a:lumMod val="50000"/>
                    </a:schemeClr>
                  </a:solidFill>
                </a:rPr>
                <a:t>2003</a:t>
              </a:r>
              <a:r>
                <a:rPr lang="zh-CN" altLang="en-US" sz="1600" b="1" dirty="0">
                  <a:solidFill>
                    <a:schemeClr val="bg1">
                      <a:lumMod val="50000"/>
                    </a:schemeClr>
                  </a:solidFill>
                </a:rPr>
                <a:t>版本配色方案 </a:t>
              </a:r>
              <a:r>
                <a:rPr lang="zh-CN" altLang="en-US" sz="1600" b="1" dirty="0" smtClean="0"/>
                <a:t>（</a:t>
              </a:r>
              <a:r>
                <a:rPr lang="en-US" altLang="zh-CN" sz="1600" b="1" dirty="0" smtClean="0"/>
                <a:t>8</a:t>
              </a:r>
              <a:r>
                <a:rPr lang="zh-CN" altLang="en-US" sz="1600" b="1" dirty="0" smtClean="0"/>
                <a:t>种配色）</a:t>
              </a:r>
              <a:endParaRPr lang="zh-CN" altLang="en-US" sz="1600" b="1" dirty="0"/>
            </a:p>
          </p:txBody>
        </p:sp>
        <p:sp>
          <p:nvSpPr>
            <p:cNvPr id="29" name="TextBox 28"/>
            <p:cNvSpPr txBox="1"/>
            <p:nvPr userDrawn="1"/>
          </p:nvSpPr>
          <p:spPr>
            <a:xfrm>
              <a:off x="1305749" y="1916832"/>
              <a:ext cx="889987" cy="277961"/>
            </a:xfrm>
            <a:prstGeom prst="rect">
              <a:avLst/>
            </a:prstGeom>
            <a:noFill/>
          </p:spPr>
          <p:txBody>
            <a:bodyPr wrap="none" rtlCol="0">
              <a:spAutoFit/>
            </a:bodyPr>
            <a:lstStyle/>
            <a:p>
              <a:pPr algn="ctr">
                <a:lnSpc>
                  <a:spcPct val="120000"/>
                </a:lnSpc>
              </a:pPr>
              <a:r>
                <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文字与背景</a:t>
              </a:r>
              <a:endPar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
          <p:nvSpPr>
            <p:cNvPr id="30" name="TextBox 29"/>
            <p:cNvSpPr txBox="1"/>
            <p:nvPr userDrawn="1"/>
          </p:nvSpPr>
          <p:spPr>
            <a:xfrm>
              <a:off x="3555616" y="1916832"/>
              <a:ext cx="588624" cy="269561"/>
            </a:xfrm>
            <a:prstGeom prst="rect">
              <a:avLst/>
            </a:prstGeom>
            <a:noFill/>
          </p:spPr>
          <p:txBody>
            <a:bodyPr wrap="none" rtlCol="0">
              <a:spAutoFit/>
            </a:bodyPr>
            <a:lstStyle/>
            <a:p>
              <a:pPr algn="ctr">
                <a:lnSpc>
                  <a:spcPct val="120000"/>
                </a:lnSpc>
              </a:pPr>
              <a:r>
                <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常用色</a:t>
              </a:r>
              <a:endPar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
          <p:nvSpPr>
            <p:cNvPr id="31" name="TextBox 30"/>
            <p:cNvSpPr txBox="1"/>
            <p:nvPr userDrawn="1"/>
          </p:nvSpPr>
          <p:spPr>
            <a:xfrm>
              <a:off x="5707120" y="1916832"/>
              <a:ext cx="588624" cy="269561"/>
            </a:xfrm>
            <a:prstGeom prst="rect">
              <a:avLst/>
            </a:prstGeom>
            <a:noFill/>
          </p:spPr>
          <p:txBody>
            <a:bodyPr wrap="none" rtlCol="0">
              <a:spAutoFit/>
            </a:bodyPr>
            <a:lstStyle/>
            <a:p>
              <a:pPr algn="ctr">
                <a:lnSpc>
                  <a:spcPct val="120000"/>
                </a:lnSpc>
              </a:pPr>
              <a:r>
                <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辅助色</a:t>
              </a:r>
              <a:endPar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
          <p:nvSpPr>
            <p:cNvPr id="32" name="TextBox 31"/>
            <p:cNvSpPr txBox="1"/>
            <p:nvPr userDrawn="1"/>
          </p:nvSpPr>
          <p:spPr>
            <a:xfrm>
              <a:off x="7729242" y="1916832"/>
              <a:ext cx="588623" cy="269561"/>
            </a:xfrm>
            <a:prstGeom prst="rect">
              <a:avLst/>
            </a:prstGeom>
            <a:noFill/>
          </p:spPr>
          <p:txBody>
            <a:bodyPr wrap="none" rtlCol="0">
              <a:spAutoFit/>
            </a:bodyPr>
            <a:lstStyle/>
            <a:p>
              <a:pPr algn="ctr">
                <a:lnSpc>
                  <a:spcPct val="120000"/>
                </a:lnSpc>
              </a:pPr>
              <a:r>
                <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链接色</a:t>
              </a:r>
              <a:endPar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cxnSp>
          <p:nvCxnSpPr>
            <p:cNvPr id="33" name="直接连接符 32"/>
            <p:cNvCxnSpPr>
              <a:stCxn id="11" idx="7"/>
              <a:endCxn id="11" idx="3"/>
            </p:cNvCxnSpPr>
            <p:nvPr userDrawn="1"/>
          </p:nvCxnSpPr>
          <p:spPr>
            <a:xfrm flipH="1">
              <a:off x="542130" y="263872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34" name="直接连接符 33"/>
            <p:cNvCxnSpPr>
              <a:stCxn id="12" idx="7"/>
              <a:endCxn id="12" idx="3"/>
            </p:cNvCxnSpPr>
            <p:nvPr userDrawn="1"/>
          </p:nvCxnSpPr>
          <p:spPr>
            <a:xfrm flipH="1">
              <a:off x="1243020" y="263872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35" name="直接连接符 34"/>
            <p:cNvCxnSpPr>
              <a:stCxn id="13" idx="7"/>
              <a:endCxn id="13" idx="3"/>
            </p:cNvCxnSpPr>
            <p:nvPr userDrawn="1"/>
          </p:nvCxnSpPr>
          <p:spPr>
            <a:xfrm flipH="1">
              <a:off x="1943910" y="263872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36" name="直接连接符 35"/>
            <p:cNvCxnSpPr>
              <a:stCxn id="14" idx="7"/>
              <a:endCxn id="14" idx="3"/>
            </p:cNvCxnSpPr>
            <p:nvPr userDrawn="1"/>
          </p:nvCxnSpPr>
          <p:spPr>
            <a:xfrm flipH="1">
              <a:off x="2644800" y="2638721"/>
              <a:ext cx="356422" cy="356422"/>
            </a:xfrm>
            <a:prstGeom prst="line">
              <a:avLst/>
            </a:prstGeom>
          </p:spPr>
          <p:style>
            <a:lnRef idx="1">
              <a:schemeClr val="accent5"/>
            </a:lnRef>
            <a:fillRef idx="0">
              <a:schemeClr val="accent5"/>
            </a:fillRef>
            <a:effectRef idx="0">
              <a:schemeClr val="accent5"/>
            </a:effectRef>
            <a:fontRef idx="minor">
              <a:schemeClr val="tx1"/>
            </a:fontRef>
          </p:style>
        </p:cxnSp>
        <p:sp>
          <p:nvSpPr>
            <p:cNvPr id="37" name="TextBox 36"/>
            <p:cNvSpPr txBox="1"/>
            <p:nvPr userDrawn="1"/>
          </p:nvSpPr>
          <p:spPr>
            <a:xfrm>
              <a:off x="468314" y="5610918"/>
              <a:ext cx="8203430" cy="770832"/>
            </a:xfrm>
            <a:prstGeom prst="rect">
              <a:avLst/>
            </a:prstGeom>
            <a:solidFill>
              <a:schemeClr val="accent1">
                <a:lumMod val="20000"/>
                <a:lumOff val="80000"/>
                <a:alpha val="27843"/>
              </a:schemeClr>
            </a:solidFill>
            <a:ln w="3175">
              <a:solidFill>
                <a:schemeClr val="bg1">
                  <a:lumMod val="75000"/>
                </a:schemeClr>
              </a:solidFill>
            </a:ln>
          </p:spPr>
          <p:txBody>
            <a:bodyPr wrap="square" rtlCol="0" anchor="ctr">
              <a:noAutofit/>
            </a:bodyPr>
            <a:lstStyle/>
            <a:p>
              <a:pPr>
                <a:lnSpc>
                  <a:spcPct val="120000"/>
                </a:lnSpc>
              </a:pPr>
              <a:r>
                <a:rPr lang="zh-CN" altLang="en-US" sz="800" b="1"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配色规则：</a:t>
              </a:r>
              <a:endParaRPr lang="en-US" altLang="zh-CN" sz="800" b="1"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通常情况下，配色方案中的前四种色彩文</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“字与背景色”固定不变。常用色与模板</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/logo/</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企业标准色一致。辅助色可根据对色彩的要求进行调整。链接色可根据需求进行调整。</a:t>
              </a:r>
              <a:endPar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配色方案的编辑：</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07/10</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版本</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设计</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菜单中 </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颜色</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中修改；</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03</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版本</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格式</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菜单</a:t>
              </a:r>
              <a:r>
                <a:rPr lang="en-US" altLang="zh-CN" sz="8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幻灯片设计</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 </a:t>
              </a:r>
              <a:r>
                <a:rPr lang="en-US" altLang="zh-CN" sz="8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配色方案</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endPar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38" name="椭圆 37"/>
            <p:cNvSpPr/>
            <p:nvPr userDrawn="1"/>
          </p:nvSpPr>
          <p:spPr bwMode="auto">
            <a:xfrm>
              <a:off x="468313" y="3778814"/>
              <a:ext cx="504056" cy="504056"/>
            </a:xfrm>
            <a:prstGeom prst="ellipse">
              <a:avLst/>
            </a:prstGeom>
            <a:solidFill>
              <a:schemeClr val="bg1"/>
            </a:solidFill>
            <a:ln>
              <a:solidFill>
                <a:schemeClr val="bg1">
                  <a:lumMod val="85000"/>
                </a:schemeClr>
              </a:solid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39" name="椭圆 38"/>
            <p:cNvSpPr/>
            <p:nvPr userDrawn="1"/>
          </p:nvSpPr>
          <p:spPr bwMode="auto">
            <a:xfrm>
              <a:off x="1169203" y="3778814"/>
              <a:ext cx="504056" cy="504056"/>
            </a:xfrm>
            <a:prstGeom prst="ellipse">
              <a:avLst/>
            </a:prstGeom>
            <a:solidFill>
              <a:schemeClr val="tx1"/>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2</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0" name="椭圆 39"/>
            <p:cNvSpPr/>
            <p:nvPr userDrawn="1"/>
          </p:nvSpPr>
          <p:spPr bwMode="auto">
            <a:xfrm>
              <a:off x="1870093" y="3778814"/>
              <a:ext cx="504056" cy="504056"/>
            </a:xfrm>
            <a:prstGeom prst="ellipse">
              <a:avLst/>
            </a:prstGeom>
            <a:solidFill>
              <a:schemeClr val="bg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3</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1" name="椭圆 40"/>
            <p:cNvSpPr/>
            <p:nvPr userDrawn="1"/>
          </p:nvSpPr>
          <p:spPr bwMode="auto">
            <a:xfrm>
              <a:off x="2570983" y="3778814"/>
              <a:ext cx="504056" cy="504056"/>
            </a:xfrm>
            <a:prstGeom prst="ellipse">
              <a:avLst/>
            </a:prstGeom>
            <a:solidFill>
              <a:schemeClr val="tx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4</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cxnSp>
          <p:nvCxnSpPr>
            <p:cNvPr id="42" name="直接连接符 41"/>
            <p:cNvCxnSpPr>
              <a:stCxn id="38" idx="7"/>
              <a:endCxn id="38" idx="3"/>
            </p:cNvCxnSpPr>
            <p:nvPr userDrawn="1"/>
          </p:nvCxnSpPr>
          <p:spPr>
            <a:xfrm flipH="1">
              <a:off x="542130" y="385263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43" name="直接连接符 42"/>
            <p:cNvCxnSpPr>
              <a:stCxn id="39" idx="7"/>
              <a:endCxn id="39" idx="3"/>
            </p:cNvCxnSpPr>
            <p:nvPr userDrawn="1"/>
          </p:nvCxnSpPr>
          <p:spPr>
            <a:xfrm flipH="1">
              <a:off x="1243020" y="385263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44" name="直接连接符 43"/>
            <p:cNvCxnSpPr>
              <a:stCxn id="40" idx="7"/>
              <a:endCxn id="40" idx="3"/>
            </p:cNvCxnSpPr>
            <p:nvPr userDrawn="1"/>
          </p:nvCxnSpPr>
          <p:spPr>
            <a:xfrm flipH="1">
              <a:off x="1943910" y="385263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45" name="直接连接符 44"/>
            <p:cNvCxnSpPr>
              <a:stCxn id="41" idx="7"/>
              <a:endCxn id="41" idx="3"/>
            </p:cNvCxnSpPr>
            <p:nvPr userDrawn="1"/>
          </p:nvCxnSpPr>
          <p:spPr>
            <a:xfrm flipH="1">
              <a:off x="2644800" y="3852631"/>
              <a:ext cx="356422" cy="356422"/>
            </a:xfrm>
            <a:prstGeom prst="line">
              <a:avLst/>
            </a:prstGeom>
          </p:spPr>
          <p:style>
            <a:lnRef idx="1">
              <a:schemeClr val="accent5"/>
            </a:lnRef>
            <a:fillRef idx="0">
              <a:schemeClr val="accent5"/>
            </a:fillRef>
            <a:effectRef idx="0">
              <a:schemeClr val="accent5"/>
            </a:effectRef>
            <a:fontRef idx="minor">
              <a:schemeClr val="tx1"/>
            </a:fontRef>
          </p:style>
        </p:cxnSp>
        <p:sp>
          <p:nvSpPr>
            <p:cNvPr id="46" name="椭圆 45"/>
            <p:cNvSpPr/>
            <p:nvPr userDrawn="1"/>
          </p:nvSpPr>
          <p:spPr bwMode="auto">
            <a:xfrm>
              <a:off x="3271873" y="3778814"/>
              <a:ext cx="504056" cy="504056"/>
            </a:xfrm>
            <a:prstGeom prst="ellipse">
              <a:avLst/>
            </a:prstGeom>
            <a:solidFill>
              <a:schemeClr val="accent1"/>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5</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7" name="椭圆 46"/>
            <p:cNvSpPr/>
            <p:nvPr userDrawn="1"/>
          </p:nvSpPr>
          <p:spPr bwMode="auto">
            <a:xfrm>
              <a:off x="3972763" y="3778814"/>
              <a:ext cx="504056" cy="504056"/>
            </a:xfrm>
            <a:prstGeom prst="ellipse">
              <a:avLst/>
            </a:prstGeom>
            <a:solidFill>
              <a:schemeClr val="accent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6</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8" name="椭圆 47"/>
            <p:cNvSpPr/>
            <p:nvPr userDrawn="1"/>
          </p:nvSpPr>
          <p:spPr bwMode="auto">
            <a:xfrm>
              <a:off x="7477213" y="3778814"/>
              <a:ext cx="504056" cy="504056"/>
            </a:xfrm>
            <a:prstGeom prst="ellipse">
              <a:avLst/>
            </a:prstGeom>
            <a:solidFill>
              <a:srgbClr val="0070C0"/>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7</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9" name="椭圆 48"/>
            <p:cNvSpPr/>
            <p:nvPr userDrawn="1"/>
          </p:nvSpPr>
          <p:spPr bwMode="auto">
            <a:xfrm>
              <a:off x="8178102" y="3778814"/>
              <a:ext cx="504056" cy="504056"/>
            </a:xfrm>
            <a:prstGeom prst="ellipse">
              <a:avLst/>
            </a:prstGeom>
            <a:solidFill>
              <a:srgbClr val="7030A0"/>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8</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59" name="内容占位符 4"/>
            <p:cNvSpPr txBox="1"/>
            <p:nvPr userDrawn="1"/>
          </p:nvSpPr>
          <p:spPr>
            <a:xfrm>
              <a:off x="468314" y="1227376"/>
              <a:ext cx="8203430" cy="425203"/>
            </a:xfrm>
            <a:prstGeom prst="rect">
              <a:avLst/>
            </a:prstGeom>
            <a:noFill/>
          </p:spPr>
          <p:txBody>
            <a:bodyPr vert="horz" lIns="91440" tIns="45720" rIns="91440" bIns="45720" rtlCol="0" anchor="ctr">
              <a:noAutofit/>
            </a:bodyPr>
            <a:lstStyle>
              <a:lvl1pPr marL="342900" indent="-342900" algn="l" defTabSz="914400" rtl="0" eaLnBrk="1" latinLnBrk="0" hangingPunct="1">
                <a:lnSpc>
                  <a:spcPct val="120000"/>
                </a:lnSpc>
                <a:spcBef>
                  <a:spcPct val="20000"/>
                </a:spcBef>
                <a:buFont typeface="Arial" panose="020B0604020202020204" pitchFamily="34" charset="0"/>
                <a:buChar char="•"/>
                <a:defRPr sz="1800" kern="1200">
                  <a:solidFill>
                    <a:schemeClr val="tx1"/>
                  </a:solidFill>
                  <a:latin typeface="+mj-ea"/>
                  <a:ea typeface="+mj-ea"/>
                  <a:cs typeface="+mn-cs"/>
                </a:defRPr>
              </a:lvl1pPr>
              <a:lvl2pPr marL="742950" indent="-285750" algn="l" defTabSz="914400" rtl="0" eaLnBrk="1" latinLnBrk="0" hangingPunct="1">
                <a:lnSpc>
                  <a:spcPct val="120000"/>
                </a:lnSpc>
                <a:spcBef>
                  <a:spcPct val="20000"/>
                </a:spcBef>
                <a:buFont typeface="Arial" panose="020B0604020202020204" pitchFamily="34" charset="0"/>
                <a:buChar char="–"/>
                <a:defRPr sz="1600" kern="1200">
                  <a:solidFill>
                    <a:schemeClr val="tx1"/>
                  </a:solidFill>
                  <a:latin typeface="+mj-ea"/>
                  <a:ea typeface="+mj-ea"/>
                  <a:cs typeface="+mn-cs"/>
                </a:defRPr>
              </a:lvl2pPr>
              <a:lvl3pPr marL="1143000" indent="-228600" algn="l" defTabSz="914400" rtl="0" eaLnBrk="1" latinLnBrk="0" hangingPunct="1">
                <a:lnSpc>
                  <a:spcPct val="120000"/>
                </a:lnSpc>
                <a:spcBef>
                  <a:spcPct val="20000"/>
                </a:spcBef>
                <a:buFont typeface="Arial" panose="020B0604020202020204" pitchFamily="34" charset="0"/>
                <a:buChar char="•"/>
                <a:defRPr sz="1400" kern="1200">
                  <a:solidFill>
                    <a:schemeClr val="tx1"/>
                  </a:solidFill>
                  <a:latin typeface="+mj-ea"/>
                  <a:ea typeface="+mj-ea"/>
                  <a:cs typeface="+mn-cs"/>
                </a:defRPr>
              </a:lvl3pPr>
              <a:lvl4pPr marL="16002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j-ea"/>
                  <a:ea typeface="+mj-ea"/>
                  <a:cs typeface="+mn-cs"/>
                </a:defRPr>
              </a:lvl4pPr>
              <a:lvl5pPr marL="20574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j-ea"/>
                  <a:ea typeface="+mj-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altLang="zh-CN" sz="1600" b="1" dirty="0" smtClean="0">
                  <a:solidFill>
                    <a:schemeClr val="bg1">
                      <a:lumMod val="50000"/>
                    </a:schemeClr>
                  </a:solidFill>
                </a:rPr>
                <a:t>2007/2010</a:t>
              </a:r>
              <a:r>
                <a:rPr lang="zh-CN" altLang="en-US" sz="1600" b="1" dirty="0" smtClean="0">
                  <a:solidFill>
                    <a:schemeClr val="bg1">
                      <a:lumMod val="50000"/>
                    </a:schemeClr>
                  </a:solidFill>
                </a:rPr>
                <a:t>版本配色方案 </a:t>
              </a:r>
              <a:r>
                <a:rPr lang="zh-CN" altLang="en-US" sz="1600" b="1" dirty="0" smtClean="0"/>
                <a:t>（</a:t>
              </a:r>
              <a:r>
                <a:rPr lang="en-US" altLang="zh-CN" sz="1600" b="1" dirty="0" smtClean="0"/>
                <a:t>12</a:t>
              </a:r>
              <a:r>
                <a:rPr lang="zh-CN" altLang="en-US" sz="1600" b="1" dirty="0" smtClean="0"/>
                <a:t>种配色）</a:t>
              </a:r>
              <a:endParaRPr lang="zh-CN" altLang="en-US" sz="1600" b="1" dirty="0"/>
            </a:p>
          </p:txBody>
        </p:sp>
      </p:grpSp>
      <p:sp>
        <p:nvSpPr>
          <p:cNvPr id="3" name="标题 2"/>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pic>
        <p:nvPicPr>
          <p:cNvPr id="23" name="Picture 5" descr="E:\PAT 图片资源素材\PPT\待整理\精选 0 (13).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14659" r="33230" b="6423"/>
          <a:stretch>
            <a:fillRect/>
          </a:stretch>
        </p:blipFill>
        <p:spPr bwMode="auto">
          <a:xfrm>
            <a:off x="3851921" y="0"/>
            <a:ext cx="529208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11"/>
          <p:cNvSpPr>
            <a:spLocks noChangeArrowheads="1"/>
          </p:cNvSpPr>
          <p:nvPr userDrawn="1"/>
        </p:nvSpPr>
        <p:spPr bwMode="auto">
          <a:xfrm>
            <a:off x="0" y="6864350"/>
            <a:ext cx="9144000" cy="287338"/>
          </a:xfrm>
          <a:prstGeom prst="rect">
            <a:avLst/>
          </a:prstGeom>
          <a:solidFill>
            <a:srgbClr val="BBBFC3">
              <a:alpha val="0"/>
            </a:srgbClr>
          </a:solidFill>
          <a:ln>
            <a:noFill/>
          </a:ln>
        </p:spPr>
        <p:txBody>
          <a:bodyPr anchor="ctr"/>
          <a:lstStyle/>
          <a:p>
            <a:pPr marL="622300" lvl="0"/>
            <a:endParaRPr lang="en-US" altLang="zh-CN" sz="1100" dirty="0">
              <a:cs typeface="Arial" panose="020B0604020202020204" pitchFamily="34" charset="0"/>
            </a:endParaRPr>
          </a:p>
        </p:txBody>
      </p:sp>
      <p:sp>
        <p:nvSpPr>
          <p:cNvPr id="13" name="Rectangle 5">
            <a:hlinkClick r:id="rId3"/>
          </p:cNvPr>
          <p:cNvSpPr txBox="1">
            <a:spLocks noChangeArrowheads="1"/>
          </p:cNvSpPr>
          <p:nvPr userDrawn="1"/>
        </p:nvSpPr>
        <p:spPr bwMode="gray">
          <a:xfrm>
            <a:off x="0" y="5886624"/>
            <a:ext cx="3347367" cy="504527"/>
          </a:xfrm>
          <a:prstGeom prst="rect">
            <a:avLst/>
          </a:prstGeom>
          <a:gradFill flip="none" rotWithShape="1">
            <a:gsLst>
              <a:gs pos="100000">
                <a:schemeClr val="bg1">
                  <a:alpha val="49000"/>
                </a:schemeClr>
              </a:gs>
              <a:gs pos="0">
                <a:schemeClr val="accent1">
                  <a:tint val="23500"/>
                  <a:satMod val="160000"/>
                  <a:alpha val="0"/>
                </a:schemeClr>
              </a:gs>
            </a:gsLst>
            <a:lin ang="10800000" scaled="1"/>
            <a:tileRect/>
          </a:gradFill>
          <a:ln>
            <a:noFill/>
          </a:ln>
        </p:spPr>
        <p:txBody>
          <a:bodyPr lIns="144000" rIns="504000"/>
          <a:lstStyle>
            <a:lvl1pPr>
              <a:defRPr>
                <a:solidFill>
                  <a:schemeClr val="tx1"/>
                </a:solidFill>
                <a:latin typeface="Arial" panose="020B0604020202020204" pitchFamily="34" charset="0"/>
                <a:ea typeface="黑体" panose="02010609060101010101" pitchFamily="2" charset="-122"/>
              </a:defRPr>
            </a:lvl1pPr>
            <a:lvl2pPr marL="742950" indent="-285750">
              <a:defRPr>
                <a:solidFill>
                  <a:schemeClr val="tx1"/>
                </a:solidFill>
                <a:latin typeface="Arial" panose="020B0604020202020204" pitchFamily="34" charset="0"/>
                <a:ea typeface="黑体" panose="02010609060101010101" pitchFamily="2" charset="-122"/>
              </a:defRPr>
            </a:lvl2pPr>
            <a:lvl3pPr marL="1143000" indent="-228600">
              <a:defRPr>
                <a:solidFill>
                  <a:schemeClr val="tx1"/>
                </a:solidFill>
                <a:latin typeface="Arial" panose="020B0604020202020204" pitchFamily="34" charset="0"/>
                <a:ea typeface="黑体" panose="02010609060101010101" pitchFamily="2" charset="-122"/>
              </a:defRPr>
            </a:lvl3pPr>
            <a:lvl4pPr marL="1600200" indent="-228600">
              <a:defRPr>
                <a:solidFill>
                  <a:schemeClr val="tx1"/>
                </a:solidFill>
                <a:latin typeface="Arial" panose="020B0604020202020204" pitchFamily="34" charset="0"/>
                <a:ea typeface="黑体" panose="02010609060101010101" pitchFamily="2" charset="-122"/>
              </a:defRPr>
            </a:lvl4pPr>
            <a:lvl5pPr marL="2057400" indent="-228600">
              <a:defRPr>
                <a:solidFill>
                  <a:schemeClr val="tx1"/>
                </a:solidFill>
                <a:latin typeface="Arial" panose="020B0604020202020204" pitchFamily="34" charset="0"/>
                <a:ea typeface="黑体" panose="0201060906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9pPr>
          </a:lstStyle>
          <a:p>
            <a:pPr marL="355600" indent="0" algn="l" eaLnBrk="0" hangingPunct="0">
              <a:spcBef>
                <a:spcPct val="60000"/>
              </a:spcBef>
              <a:buClr>
                <a:schemeClr val="accent1"/>
              </a:buClr>
            </a:pPr>
            <a:endParaRPr lang="en-US" altLang="zh-CN" sz="1400" i="1" noProof="1">
              <a:solidFill>
                <a:schemeClr val="bg1"/>
              </a:solidFill>
              <a:effectLst>
                <a:outerShdw blurRad="38100" dist="38100" dir="2700000" algn="tl">
                  <a:srgbClr val="000000">
                    <a:alpha val="43137"/>
                  </a:srgbClr>
                </a:outerShdw>
              </a:effectLst>
              <a:latin typeface="Arial" panose="020B0604020202020204" pitchFamily="34" charset="0"/>
              <a:ea typeface="+mj-ea"/>
              <a:cs typeface="Arial" panose="020B0604020202020204" pitchFamily="34" charset="0"/>
            </a:endParaRP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3_自定义版式">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285750"/>
            <a:ext cx="77724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85800" y="1657350"/>
            <a:ext cx="3810000"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57350"/>
            <a:ext cx="3810000"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1418D58E-1A28-429D-A6C0-1EC971DF880D}"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85800" y="285750"/>
            <a:ext cx="7772400" cy="1143000"/>
          </a:xfrm>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685800" y="1657350"/>
            <a:ext cx="3810000" cy="1981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48200" y="1657350"/>
            <a:ext cx="3810000" cy="1981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685800" y="3790950"/>
            <a:ext cx="3810000" cy="1981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内容占位符 5"/>
          <p:cNvSpPr>
            <a:spLocks noGrp="1"/>
          </p:cNvSpPr>
          <p:nvPr>
            <p:ph sz="quarter" idx="4"/>
          </p:nvPr>
        </p:nvSpPr>
        <p:spPr>
          <a:xfrm>
            <a:off x="4648200" y="3790950"/>
            <a:ext cx="3810000" cy="1981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灯片编号占位符 7"/>
          <p:cNvSpPr>
            <a:spLocks noGrp="1"/>
          </p:cNvSpPr>
          <p:nvPr>
            <p:ph type="sldNum" sz="quarter" idx="11"/>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1418D58E-1A28-429D-A6C0-1EC971DF880D}"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28650" y="1825625"/>
            <a:ext cx="7886700" cy="20986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28650" y="4076700"/>
            <a:ext cx="7886700" cy="21002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a:fld id="{BB962C8B-B14F-4D97-AF65-F5344CB8AC3E}" type="datetime1">
              <a:rPr lang="zh-CN" altLang="en-US" dirty="0">
                <a:latin typeface="Arial" panose="020B0604020202020204" pitchFamily="34" charset="0"/>
              </a:rPr>
            </a:fld>
            <a:endParaRPr lang="zh-CN" altLang="en-US" dirty="0">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日期占位符 3"/>
          <p:cNvSpPr>
            <a:spLocks noGrp="1"/>
          </p:cNvSpPr>
          <p:nvPr>
            <p:ph type="dt" sz="half" idx="10"/>
          </p:nvPr>
        </p:nvSpPr>
        <p:spPr/>
        <p:txBody>
          <a:bodyPr/>
          <a:p>
            <a:pPr lvl="0">
              <a:buNone/>
            </a:pPr>
            <a:endParaRPr dirty="0">
              <a:latin typeface="Times New Roman" panose="02020603050405020304" pitchFamily="18" charset="0"/>
            </a:endParaRPr>
          </a:p>
        </p:txBody>
      </p:sp>
      <p:sp>
        <p:nvSpPr>
          <p:cNvPr id="5" name="灯片编号占位符 4"/>
          <p:cNvSpPr>
            <a:spLocks noGrp="1"/>
          </p:cNvSpPr>
          <p:nvPr>
            <p:ph type="sldNum" sz="quarter" idx="11"/>
          </p:nvPr>
        </p:nvSpPr>
        <p:spPr/>
        <p:txBody>
          <a:bodyPr/>
          <a:p>
            <a:pPr lvl="0">
              <a:buNone/>
            </a:pPr>
            <a:fld id="{9A0DB2DC-4C9A-4742-B13C-FB6460FD3503}" type="slidenum">
              <a:rPr lang="en-US" dirty="0">
                <a:latin typeface="Times New Roman" panose="02020603050405020304" pitchFamily="18" charset="0"/>
              </a:rPr>
            </a:fld>
            <a:endParaRPr lang="en-US" dirty="0">
              <a:latin typeface="Times New Roman" panose="02020603050405020304" pitchFamily="18"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lvl="0">
              <a:buNone/>
            </a:pPr>
            <a:fld id="{BB962C8B-B14F-4D97-AF65-F5344CB8AC3E}" type="datetime1">
              <a:rPr lang="en-US" dirty="0">
                <a:latin typeface="Times New Roman" panose="02020603050405020304" pitchFamily="18" charset="0"/>
              </a:rPr>
            </a:fld>
            <a:endParaRPr lang="en-US" dirty="0">
              <a:latin typeface="Times New Roman" panose="02020603050405020304" pitchFamily="18" charset="0"/>
            </a:endParaRPr>
          </a:p>
        </p:txBody>
      </p:sp>
      <p:sp>
        <p:nvSpPr>
          <p:cNvPr id="3" name="灯片编号占位符 2"/>
          <p:cNvSpPr>
            <a:spLocks noGrp="1"/>
          </p:cNvSpPr>
          <p:nvPr>
            <p:ph type="sldNum" sz="quarter" idx="11"/>
          </p:nvPr>
        </p:nvSpPr>
        <p:spPr/>
        <p:txBody>
          <a:bodyPr/>
          <a:p>
            <a:pPr lvl="0">
              <a:buNone/>
            </a:pPr>
            <a:fld id="{9A0DB2DC-4C9A-4742-B13C-FB6460FD3503}" type="slidenum">
              <a:rPr lang="en-US" dirty="0">
                <a:latin typeface="Times New Roman" panose="02020603050405020304" pitchFamily="18" charset="0"/>
              </a:rPr>
            </a:fld>
            <a:endParaRPr lang="en-US" dirty="0">
              <a:latin typeface="Times New Roman" panose="02020603050405020304" pitchFamily="18" charset="0"/>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2.png"/><Relationship Id="rId13" Type="http://schemas.openxmlformats.org/officeDocument/2006/relationships/image" Target="../media/image3.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6" name="Picture 5" descr="E:\PAT 图片资源素材\PPT\待整理\精选 0 (13).jpg"/>
          <p:cNvPicPr>
            <a:picLocks noChangeAspect="1" noChangeArrowheads="1"/>
          </p:cNvPicPr>
          <p:nvPr userDrawn="1"/>
        </p:nvPicPr>
        <p:blipFill rotWithShape="1">
          <a:blip r:embed="rId13" cstate="print">
            <a:extLst>
              <a:ext uri="{28A0092B-C50C-407E-A947-70E740481C1C}">
                <a14:useLocalDpi xmlns:a14="http://schemas.microsoft.com/office/drawing/2010/main" val="0"/>
              </a:ext>
            </a:extLst>
          </a:blip>
          <a:srcRect t="5074" r="20205" b="3263"/>
          <a:stretch>
            <a:fillRect/>
          </a:stretch>
        </p:blipFill>
        <p:spPr bwMode="auto">
          <a:xfrm rot="10800000" flipH="1" flipV="1">
            <a:off x="5353149" y="765173"/>
            <a:ext cx="3790851" cy="609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梯形 34"/>
          <p:cNvSpPr/>
          <p:nvPr userDrawn="1"/>
        </p:nvSpPr>
        <p:spPr bwMode="auto">
          <a:xfrm rot="16200000">
            <a:off x="4178903" y="-4199923"/>
            <a:ext cx="786193" cy="9144000"/>
          </a:xfrm>
          <a:prstGeom prst="trapezoid">
            <a:avLst>
              <a:gd name="adj" fmla="val 0"/>
            </a:avLst>
          </a:prstGeom>
          <a:gradFill flip="none" rotWithShape="1">
            <a:gsLst>
              <a:gs pos="73000">
                <a:srgbClr val="FFFF00">
                  <a:lumMod val="0"/>
                  <a:lumOff val="100000"/>
                  <a:alpha val="47000"/>
                </a:srgbClr>
              </a:gs>
              <a:gs pos="90000">
                <a:srgbClr val="039ABD">
                  <a:alpha val="12000"/>
                </a:srgbClr>
              </a:gs>
              <a:gs pos="100000">
                <a:srgbClr val="92D050">
                  <a:lumMod val="0"/>
                  <a:alpha val="0"/>
                </a:srgbClr>
              </a:gs>
              <a:gs pos="47000">
                <a:srgbClr val="92D050">
                  <a:alpha val="0"/>
                </a:srgbClr>
              </a:gs>
              <a:gs pos="9000">
                <a:srgbClr val="FFC000">
                  <a:alpha val="59000"/>
                </a:srgbClr>
              </a:gs>
            </a:gsLst>
            <a:lin ang="5400000" scaled="0"/>
            <a:tileRect/>
          </a:gradFill>
          <a:ln>
            <a:noFill/>
          </a:ln>
          <a:effectLst>
            <a:outerShdw blurRad="381000" dist="114300" dir="5400000" algn="t" rotWithShape="0">
              <a:prstClr val="black">
                <a:alpha val="40000"/>
              </a:prstClr>
            </a:outerShdw>
          </a:effectLst>
        </p:spPr>
        <p:txBody>
          <a:bodyPr vert="horz" wrap="square" lIns="91440" tIns="45720" rIns="91440" bIns="45720" numCol="1" rtlCol="0" anchor="t" anchorCtr="0" compatLnSpc="1"/>
          <a:lstStyle/>
          <a:p>
            <a:pPr algn="ctr"/>
            <a:endParaRPr lang="zh-CN" altLang="en-US"/>
          </a:p>
        </p:txBody>
      </p:sp>
      <p:sp>
        <p:nvSpPr>
          <p:cNvPr id="15" name="矩形 14"/>
          <p:cNvSpPr/>
          <p:nvPr userDrawn="1"/>
        </p:nvSpPr>
        <p:spPr bwMode="auto">
          <a:xfrm>
            <a:off x="0" y="765175"/>
            <a:ext cx="8675688" cy="5616575"/>
          </a:xfrm>
          <a:prstGeom prst="rect">
            <a:avLst/>
          </a:prstGeom>
          <a:solidFill>
            <a:schemeClr val="bg1">
              <a:alpha val="90000"/>
            </a:schemeClr>
          </a:solidFill>
          <a:ln>
            <a:noFill/>
          </a:ln>
        </p:spPr>
        <p:txBody>
          <a:bodyPr vert="horz" wrap="square" lIns="91440" tIns="45720" rIns="91440" bIns="45720" numCol="1" rtlCol="0" anchor="t" anchorCtr="0" compatLnSpc="1"/>
          <a:lstStyle/>
          <a:p>
            <a:pPr algn="ctr"/>
            <a:endParaRPr lang="zh-CN" altLang="en-US"/>
          </a:p>
        </p:txBody>
      </p:sp>
      <p:sp>
        <p:nvSpPr>
          <p:cNvPr id="5" name="页脚占位符 4"/>
          <p:cNvSpPr>
            <a:spLocks noGrp="1"/>
          </p:cNvSpPr>
          <p:nvPr>
            <p:ph type="ftr" sz="quarter" idx="3"/>
          </p:nvPr>
        </p:nvSpPr>
        <p:spPr>
          <a:xfrm>
            <a:off x="3124200" y="6453188"/>
            <a:ext cx="2895600" cy="268287"/>
          </a:xfrm>
          <a:prstGeom prst="rect">
            <a:avLst/>
          </a:prstGeom>
          <a:solidFill>
            <a:srgbClr val="FFFFFF">
              <a:alpha val="69804"/>
            </a:srgbClr>
          </a:solidFill>
        </p:spPr>
        <p:txBody>
          <a:bodyPr vert="horz" lIns="91440" tIns="45720" rIns="91440" bIns="45720" rtlCol="0" anchor="ctr"/>
          <a:lstStyle>
            <a:lvl1pPr algn="ctr">
              <a:defRPr sz="900">
                <a:solidFill>
                  <a:schemeClr val="tx1"/>
                </a:solidFill>
                <a:latin typeface="Arial" panose="020B0604020202020204" pitchFamily="34" charset="0"/>
                <a:cs typeface="Arial" panose="020B0604020202020204" pitchFamily="34" charset="0"/>
              </a:defRPr>
            </a:lvl1pPr>
          </a:lstStyle>
          <a:p>
            <a:endParaRPr lang="zh-CN" altLang="en-US" dirty="0"/>
          </a:p>
        </p:txBody>
      </p:sp>
      <p:sp>
        <p:nvSpPr>
          <p:cNvPr id="14" name="文本占位符 13"/>
          <p:cNvSpPr>
            <a:spLocks noGrp="1"/>
          </p:cNvSpPr>
          <p:nvPr>
            <p:ph type="body" idx="1"/>
          </p:nvPr>
        </p:nvSpPr>
        <p:spPr>
          <a:xfrm flipH="1">
            <a:off x="468313" y="981076"/>
            <a:ext cx="8207375" cy="5400674"/>
          </a:xfrm>
          <a:prstGeom prst="rect">
            <a:avLst/>
          </a:prstGeom>
        </p:spPr>
        <p:txBody>
          <a:bodyPr vert="horz" lIns="91440" tIns="45720" rIns="91440" bIns="45720"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10" name="矩形 11"/>
          <p:cNvSpPr>
            <a:spLocks noChangeArrowheads="1"/>
          </p:cNvSpPr>
          <p:nvPr userDrawn="1"/>
        </p:nvSpPr>
        <p:spPr bwMode="auto">
          <a:xfrm>
            <a:off x="0" y="6864350"/>
            <a:ext cx="9144000" cy="287338"/>
          </a:xfrm>
          <a:prstGeom prst="rect">
            <a:avLst/>
          </a:prstGeom>
          <a:solidFill>
            <a:srgbClr val="BBBFC3">
              <a:alpha val="0"/>
            </a:srgbClr>
          </a:solidFill>
          <a:ln>
            <a:noFill/>
          </a:ln>
        </p:spPr>
        <p:txBody>
          <a:bodyPr anchor="ctr"/>
          <a:lstStyle/>
          <a:p>
            <a:pPr marL="622300"/>
            <a:endParaRPr lang="en-US" altLang="zh-CN" sz="1100" dirty="0">
              <a:solidFill>
                <a:schemeClr val="tx1"/>
              </a:solidFill>
              <a:cs typeface="Arial" panose="020B0604020202020204" pitchFamily="34" charset="0"/>
            </a:endParaRPr>
          </a:p>
        </p:txBody>
      </p:sp>
      <p:sp>
        <p:nvSpPr>
          <p:cNvPr id="7" name="日期占位符 6"/>
          <p:cNvSpPr>
            <a:spLocks noGrp="1"/>
          </p:cNvSpPr>
          <p:nvPr>
            <p:ph type="dt" sz="half" idx="2"/>
          </p:nvPr>
        </p:nvSpPr>
        <p:spPr>
          <a:xfrm>
            <a:off x="6530976" y="6453188"/>
            <a:ext cx="2133600" cy="268287"/>
          </a:xfrm>
          <a:prstGeom prst="rect">
            <a:avLst/>
          </a:prstGeom>
          <a:solidFill>
            <a:srgbClr val="FFFFFF">
              <a:alpha val="69804"/>
            </a:srgbClr>
          </a:solidFill>
        </p:spPr>
        <p:txBody>
          <a:bodyPr vert="horz" lIns="91440" tIns="45720" rIns="91440" bIns="45720" rtlCol="0" anchor="ctr"/>
          <a:lstStyle>
            <a:lvl1pPr algn="r">
              <a:defRPr sz="900">
                <a:solidFill>
                  <a:schemeClr val="tx1"/>
                </a:solidFill>
              </a:defRPr>
            </a:lvl1pPr>
          </a:lstStyle>
          <a:p>
            <a:endParaRPr lang="zh-CN" altLang="en-US"/>
          </a:p>
        </p:txBody>
      </p:sp>
      <p:sp>
        <p:nvSpPr>
          <p:cNvPr id="6" name="灯片编号占位符 5"/>
          <p:cNvSpPr>
            <a:spLocks noGrp="1"/>
          </p:cNvSpPr>
          <p:nvPr>
            <p:ph type="sldNum" sz="quarter" idx="4"/>
          </p:nvPr>
        </p:nvSpPr>
        <p:spPr>
          <a:xfrm>
            <a:off x="468313" y="6453188"/>
            <a:ext cx="1007343" cy="268287"/>
          </a:xfrm>
          <a:prstGeom prst="rect">
            <a:avLst/>
          </a:prstGeom>
          <a:noFill/>
        </p:spPr>
        <p:txBody>
          <a:bodyPr vert="horz" lIns="91440" tIns="45720" rIns="91440" bIns="45720" rtlCol="0" anchor="ctr"/>
          <a:lstStyle>
            <a:lvl1pPr algn="l">
              <a:defRPr sz="900">
                <a:solidFill>
                  <a:schemeClr val="tx1"/>
                </a:solidFill>
                <a:latin typeface="Arial" panose="020B0604020202020204" pitchFamily="34" charset="0"/>
                <a:cs typeface="Arial" panose="020B0604020202020204" pitchFamily="34" charset="0"/>
              </a:defRPr>
            </a:lvl1pPr>
          </a:lstStyle>
          <a:p>
            <a:r>
              <a:rPr lang="en-US" altLang="zh-CN" smtClean="0"/>
              <a:t>P</a:t>
            </a:r>
            <a:fld id="{62DCC93C-90AC-48A1-9D9E-CBAB17A91522}" type="slidenum">
              <a:rPr lang="zh-CN" altLang="en-US" smtClean="0"/>
            </a:fld>
            <a:endParaRPr lang="zh-CN" altLang="en-US" dirty="0"/>
          </a:p>
        </p:txBody>
      </p:sp>
      <p:pic>
        <p:nvPicPr>
          <p:cNvPr id="27" name="Picture 2"/>
          <p:cNvPicPr>
            <a:picLocks noChangeAspect="1" noChangeArrowheads="1"/>
          </p:cNvPicPr>
          <p:nvPr userDrawn="1"/>
        </p:nvPicPr>
        <p:blipFill rotWithShape="1">
          <a:blip r:embed="rId14" cstate="print">
            <a:extLst>
              <a:ext uri="{28A0092B-C50C-407E-A947-70E740481C1C}">
                <a14:useLocalDpi xmlns:a14="http://schemas.microsoft.com/office/drawing/2010/main" val="0"/>
              </a:ext>
            </a:extLst>
          </a:blip>
          <a:stretch>
            <a:fillRect/>
          </a:stretch>
        </p:blipFill>
        <p:spPr bwMode="auto">
          <a:xfrm>
            <a:off x="477838" y="6381750"/>
            <a:ext cx="8188325" cy="11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5" name="Picture 2"/>
          <p:cNvPicPr>
            <a:picLocks noChangeAspect="1" noChangeArrowheads="1"/>
          </p:cNvPicPr>
          <p:nvPr userDrawn="1"/>
        </p:nvPicPr>
        <p:blipFill rotWithShape="1">
          <a:blip r:embed="rId14" cstate="print">
            <a:extLst>
              <a:ext uri="{28A0092B-C50C-407E-A947-70E740481C1C}">
                <a14:useLocalDpi xmlns:a14="http://schemas.microsoft.com/office/drawing/2010/main" val="0"/>
              </a:ext>
            </a:extLst>
          </a:blip>
          <a:stretch>
            <a:fillRect/>
          </a:stretch>
        </p:blipFill>
        <p:spPr bwMode="auto">
          <a:xfrm>
            <a:off x="0" y="765968"/>
            <a:ext cx="8666164" cy="12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标题占位符 12"/>
          <p:cNvSpPr>
            <a:spLocks noGrp="1"/>
          </p:cNvSpPr>
          <p:nvPr>
            <p:ph type="title"/>
          </p:nvPr>
        </p:nvSpPr>
        <p:spPr>
          <a:xfrm>
            <a:off x="477838" y="188641"/>
            <a:ext cx="7078190" cy="349250"/>
          </a:xfrm>
          <a:prstGeom prst="rect">
            <a:avLst/>
          </a:prstGeom>
        </p:spPr>
        <p:txBody>
          <a:bodyPr vert="horz" lIns="91440" tIns="45720" rIns="91440" bIns="45720" rtlCol="0" anchor="ctr">
            <a:noAutofit/>
          </a:bodyPr>
          <a:lstStyle/>
          <a:p>
            <a:r>
              <a:rPr lang="zh-CN" altLang="en-US" dirty="0" smtClean="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hf hdr="0" ftr="0" dt="0"/>
  <p:txStyles>
    <p:titleStyle>
      <a:lvl1pPr algn="l" defTabSz="914400" rtl="0" eaLnBrk="1" latinLnBrk="0" hangingPunct="1">
        <a:spcBef>
          <a:spcPct val="0"/>
        </a:spcBef>
        <a:buNone/>
        <a:defRPr sz="2800" b="1" kern="1200">
          <a:solidFill>
            <a:schemeClr val="tx1"/>
          </a:solidFill>
          <a:latin typeface="+mn-lt"/>
          <a:ea typeface="+mj-ea"/>
          <a:cs typeface="+mj-cs"/>
        </a:defRPr>
      </a:lvl1pPr>
    </p:titleStyle>
    <p:bodyStyle>
      <a:lvl1pPr marL="342900" indent="-342900" algn="l" defTabSz="914400" rtl="0" eaLnBrk="1" latinLnBrk="0" hangingPunct="1">
        <a:lnSpc>
          <a:spcPct val="120000"/>
        </a:lnSpc>
        <a:spcBef>
          <a:spcPct val="20000"/>
        </a:spcBef>
        <a:buFont typeface="Arial" panose="020B0604020202020204" pitchFamily="34" charset="0"/>
        <a:buChar char="•"/>
        <a:defRPr sz="1800" kern="1200">
          <a:solidFill>
            <a:schemeClr val="tx1"/>
          </a:solidFill>
          <a:latin typeface="+mn-lt"/>
          <a:ea typeface="+mj-ea"/>
          <a:cs typeface="+mn-cs"/>
        </a:defRPr>
      </a:lvl1pPr>
      <a:lvl2pPr marL="742950" indent="-285750" algn="l" defTabSz="914400" rtl="0" eaLnBrk="1" latinLnBrk="0" hangingPunct="1">
        <a:lnSpc>
          <a:spcPct val="120000"/>
        </a:lnSpc>
        <a:spcBef>
          <a:spcPct val="20000"/>
        </a:spcBef>
        <a:buFont typeface="Arial" panose="020B0604020202020204" pitchFamily="34" charset="0"/>
        <a:buChar char="–"/>
        <a:defRPr sz="1600" kern="1200">
          <a:solidFill>
            <a:schemeClr val="tx1"/>
          </a:solidFill>
          <a:latin typeface="+mn-lt"/>
          <a:ea typeface="+mj-ea"/>
          <a:cs typeface="+mn-cs"/>
        </a:defRPr>
      </a:lvl2pPr>
      <a:lvl3pPr marL="1143000" indent="-228600" algn="l" defTabSz="914400" rtl="0" eaLnBrk="1" latinLnBrk="0" hangingPunct="1">
        <a:lnSpc>
          <a:spcPct val="120000"/>
        </a:lnSpc>
        <a:spcBef>
          <a:spcPct val="20000"/>
        </a:spcBef>
        <a:buFont typeface="Arial" panose="020B0604020202020204" pitchFamily="34" charset="0"/>
        <a:buChar char="•"/>
        <a:defRPr sz="1400" kern="1200">
          <a:solidFill>
            <a:schemeClr val="tx1"/>
          </a:solidFill>
          <a:latin typeface="+mn-lt"/>
          <a:ea typeface="+mj-ea"/>
          <a:cs typeface="+mn-cs"/>
        </a:defRPr>
      </a:lvl3pPr>
      <a:lvl4pPr marL="16002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n-lt"/>
          <a:ea typeface="+mj-ea"/>
          <a:cs typeface="+mn-cs"/>
        </a:defRPr>
      </a:lvl4pPr>
      <a:lvl5pPr marL="20574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n-lt"/>
          <a:ea typeface="+mj-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3.xml"/><Relationship Id="rId2" Type="http://schemas.openxmlformats.org/officeDocument/2006/relationships/image" Target="../media/image6.wmf"/><Relationship Id="rId1" Type="http://schemas.openxmlformats.org/officeDocument/2006/relationships/oleObject" Target="../embeddings/oleObject1.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3.xml"/><Relationship Id="rId2" Type="http://schemas.openxmlformats.org/officeDocument/2006/relationships/image" Target="../media/image7.wmf"/><Relationship Id="rId1" Type="http://schemas.openxmlformats.org/officeDocument/2006/relationships/oleObject" Target="../embeddings/oleObject2.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8.emf"/><Relationship Id="rId1" Type="http://schemas.openxmlformats.org/officeDocument/2006/relationships/oleObject" Target="../embeddings/oleObject3.bin"/></Relationships>
</file>

<file path=ppt/slides/_rels/slide16.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9.emf"/><Relationship Id="rId1" Type="http://schemas.openxmlformats.org/officeDocument/2006/relationships/oleObject" Target="../embeddings/oleObject4.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326390" y="2209165"/>
            <a:ext cx="4479925" cy="639445"/>
          </a:xfrm>
        </p:spPr>
        <p:txBody>
          <a:bodyPr>
            <a:noAutofit/>
          </a:bodyPr>
          <a:lstStyle/>
          <a:p>
            <a:pPr marL="342900" lvl="0" indent="-342900" fontAlgn="base">
              <a:lnSpc>
                <a:spcPct val="110000"/>
              </a:lnSpc>
              <a:spcAft>
                <a:spcPct val="0"/>
              </a:spcAft>
            </a:pPr>
            <a:r>
              <a:rPr lang="zh-CN" altLang="en-US" sz="4000" b="0" u="none" kern="0" dirty="0">
                <a:solidFill>
                  <a:srgbClr val="000000"/>
                </a:solidFill>
                <a:latin typeface="Arial" panose="020B0604020202020204" pitchFamily="34" charset="0"/>
                <a:ea typeface="微软雅黑" panose="020B0503020204020204" pitchFamily="34" charset="-122"/>
              </a:rPr>
              <a:t>面向对象程序设计</a:t>
            </a:r>
            <a:endParaRPr lang="zh-CN" altLang="en-US" sz="4000" b="0" u="none" kern="0" dirty="0">
              <a:solidFill>
                <a:srgbClr val="000000"/>
              </a:solidFill>
              <a:latin typeface="Arial" panose="020B0604020202020204" pitchFamily="34" charset="0"/>
              <a:ea typeface="微软雅黑" panose="020B0503020204020204" pitchFamily="34" charset="-122"/>
            </a:endParaRPr>
          </a:p>
        </p:txBody>
      </p:sp>
      <p:sp>
        <p:nvSpPr>
          <p:cNvPr id="3" name="副标题 2"/>
          <p:cNvSpPr>
            <a:spLocks noGrp="1"/>
          </p:cNvSpPr>
          <p:nvPr>
            <p:ph type="subTitle" idx="1"/>
          </p:nvPr>
        </p:nvSpPr>
        <p:spPr>
          <a:xfrm>
            <a:off x="916940" y="3282950"/>
            <a:ext cx="4380865" cy="779145"/>
          </a:xfrm>
        </p:spPr>
        <p:txBody>
          <a:bodyPr>
            <a:noAutofit/>
          </a:bodyPr>
          <a:lstStyle/>
          <a:p>
            <a:r>
              <a:rPr lang="zh-CN" altLang="en-US" sz="2800" u="none" dirty="0" smtClean="0">
                <a:solidFill>
                  <a:srgbClr val="000000"/>
                </a:solidFill>
                <a:latin typeface="微软雅黑" panose="020B0503020204020204" pitchFamily="34" charset="-122"/>
              </a:rPr>
              <a:t>第</a:t>
            </a:r>
            <a:r>
              <a:rPr lang="en-US" altLang="zh-CN" sz="2800" u="none" dirty="0" smtClean="0">
                <a:solidFill>
                  <a:srgbClr val="000000"/>
                </a:solidFill>
                <a:latin typeface="微软雅黑" panose="020B0503020204020204" pitchFamily="34" charset="-122"/>
              </a:rPr>
              <a:t>13</a:t>
            </a:r>
            <a:r>
              <a:rPr lang="zh-CN" altLang="en-US" sz="2800" u="none" dirty="0" smtClean="0">
                <a:solidFill>
                  <a:srgbClr val="000000"/>
                </a:solidFill>
                <a:latin typeface="微软雅黑" panose="020B0503020204020204" pitchFamily="34" charset="-122"/>
              </a:rPr>
              <a:t>章 抽象类和接口 （</a:t>
            </a:r>
            <a:r>
              <a:rPr lang="en-US" altLang="zh-CN" sz="2800" u="none" dirty="0" smtClean="0">
                <a:solidFill>
                  <a:srgbClr val="000000"/>
                </a:solidFill>
                <a:latin typeface="微软雅黑" panose="020B0503020204020204" pitchFamily="34" charset="-122"/>
              </a:rPr>
              <a:t>2</a:t>
            </a:r>
            <a:r>
              <a:rPr lang="zh-CN" altLang="en-US" sz="2800" u="none" dirty="0" smtClean="0">
                <a:solidFill>
                  <a:srgbClr val="000000"/>
                </a:solidFill>
                <a:latin typeface="微软雅黑" panose="020B0503020204020204" pitchFamily="34" charset="-122"/>
              </a:rPr>
              <a:t>）</a:t>
            </a:r>
            <a:endParaRPr lang="en-US" altLang="zh-CN" sz="2800" u="none" dirty="0" smtClean="0">
              <a:solidFill>
                <a:srgbClr val="000000"/>
              </a:solidFill>
              <a:latin typeface="微软雅黑" panose="020B0503020204020204" pitchFamily="34" charset="-122"/>
            </a:endParaRPr>
          </a:p>
        </p:txBody>
      </p:sp>
      <p:sp>
        <p:nvSpPr>
          <p:cNvPr id="5" name="矩形 4"/>
          <p:cNvSpPr/>
          <p:nvPr/>
        </p:nvSpPr>
        <p:spPr>
          <a:xfrm>
            <a:off x="8172400" y="16351"/>
            <a:ext cx="648072" cy="230832"/>
          </a:xfrm>
          <a:prstGeom prst="rect">
            <a:avLst/>
          </a:prstGeom>
        </p:spPr>
        <p:txBody>
          <a:bodyPr wrap="square">
            <a:spAutoFit/>
          </a:bodyPr>
          <a:lstStyle/>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灯片编号占位符 2"/>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25603" name="Slide Number Placeholder 4"/>
          <p:cNvSpPr txBox="1">
            <a:spLocks noGrp="1"/>
          </p:cNvSpPr>
          <p:nvPr/>
        </p:nvSpPr>
        <p:spPr>
          <a:xfrm>
            <a:off x="6553200" y="6399213"/>
            <a:ext cx="1905000" cy="457200"/>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25604" name="Rectangle 2"/>
          <p:cNvSpPr>
            <a:spLocks noGrp="1"/>
          </p:cNvSpPr>
          <p:nvPr>
            <p:ph type="title"/>
          </p:nvPr>
        </p:nvSpPr>
        <p:spPr>
          <a:xfrm>
            <a:off x="478155" y="188595"/>
            <a:ext cx="8364220" cy="349250"/>
          </a:xfrm>
        </p:spPr>
        <p:txBody>
          <a:bodyPr vert="horz" wrap="square" lIns="92075" tIns="46038" rIns="92075" bIns="46038" anchor="ctr"/>
          <a:p>
            <a:r>
              <a:rPr lang="en-US" altLang="zh-CN" sz="3200" b="0" dirty="0">
                <a:latin typeface="微软雅黑" panose="020B0503020204020204" pitchFamily="34" charset="-122"/>
                <a:ea typeface="微软雅黑" panose="020B0503020204020204" pitchFamily="34" charset="-122"/>
                <a:cs typeface="微软雅黑" panose="020B0503020204020204" pitchFamily="34" charset="-122"/>
              </a:rPr>
              <a:t>Java</a:t>
            </a:r>
            <a:r>
              <a:rPr lang="zh-CN" altLang="en-US" sz="3200" b="0" dirty="0">
                <a:latin typeface="微软雅黑" panose="020B0503020204020204" pitchFamily="34" charset="-122"/>
                <a:ea typeface="微软雅黑" panose="020B0503020204020204" pitchFamily="34" charset="-122"/>
                <a:cs typeface="微软雅黑" panose="020B0503020204020204" pitchFamily="34" charset="-122"/>
              </a:rPr>
              <a:t>类库中的接口举例：</a:t>
            </a:r>
            <a:r>
              <a:rPr lang="en-US" altLang="zh-CN" sz="3200" b="0" dirty="0">
                <a:latin typeface="微软雅黑" panose="020B0503020204020204" pitchFamily="34" charset="-122"/>
                <a:ea typeface="微软雅黑" panose="020B0503020204020204" pitchFamily="34" charset="-122"/>
                <a:cs typeface="微软雅黑" panose="020B0503020204020204" pitchFamily="34" charset="-122"/>
              </a:rPr>
              <a:t>Comparable</a:t>
            </a:r>
            <a:endParaRPr lang="en-US" altLang="zh-CN" sz="3200" b="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5605" name="Rectangle 3"/>
          <p:cNvSpPr>
            <a:spLocks noGrp="1"/>
          </p:cNvSpPr>
          <p:nvPr>
            <p:ph type="body" idx="4294967295"/>
          </p:nvPr>
        </p:nvSpPr>
        <p:spPr>
          <a:xfrm>
            <a:off x="342900" y="1214120"/>
            <a:ext cx="8458200" cy="5042535"/>
          </a:xfrm>
          <a:noFill/>
        </p:spPr>
        <p:txBody>
          <a:bodyPr vert="horz" wrap="square" lIns="92075" tIns="46038" rIns="92075" bIns="46038" anchor="t">
            <a:normAutofit fontScale="50000"/>
          </a:bodyPr>
          <a:p>
            <a:pPr>
              <a:lnSpc>
                <a:spcPct val="90000"/>
              </a:lnSpc>
              <a:buNone/>
            </a:pPr>
            <a:r>
              <a:rPr lang="en-US" altLang="zh-CN" sz="4000" b="1" dirty="0">
                <a:solidFill>
                  <a:schemeClr val="tx1"/>
                </a:solidFill>
                <a:latin typeface="Courier New" panose="02070309020205020404" charset="0"/>
                <a:ea typeface="宋体" panose="02010600030101010101" pitchFamily="2" charset="-122"/>
              </a:rPr>
              <a:t>package java.lang;</a:t>
            </a:r>
            <a:endParaRPr lang="en-US" altLang="zh-CN" sz="4000" b="1" dirty="0">
              <a:solidFill>
                <a:schemeClr val="tx1"/>
              </a:solidFill>
              <a:latin typeface="Courier New" panose="02070309020205020404" charset="0"/>
              <a:ea typeface="宋体" panose="02010600030101010101" pitchFamily="2" charset="-122"/>
            </a:endParaRPr>
          </a:p>
          <a:p>
            <a:pPr>
              <a:lnSpc>
                <a:spcPct val="90000"/>
              </a:lnSpc>
              <a:buNone/>
            </a:pPr>
            <a:r>
              <a:rPr lang="en-US" altLang="zh-CN" sz="4000" b="1" dirty="0">
                <a:solidFill>
                  <a:schemeClr val="tx1"/>
                </a:solidFill>
                <a:latin typeface="Courier New" panose="02070309020205020404" charset="0"/>
                <a:ea typeface="宋体" panose="02010600030101010101" pitchFamily="2" charset="-122"/>
              </a:rPr>
              <a:t>public interface Comparable&lt;E&gt; {</a:t>
            </a:r>
            <a:endParaRPr lang="en-US" altLang="zh-CN" sz="4000" b="1" dirty="0">
              <a:solidFill>
                <a:schemeClr val="tx1"/>
              </a:solidFill>
              <a:latin typeface="Courier New" panose="02070309020205020404" charset="0"/>
              <a:ea typeface="宋体" panose="02010600030101010101" pitchFamily="2" charset="-122"/>
            </a:endParaRPr>
          </a:p>
          <a:p>
            <a:pPr>
              <a:lnSpc>
                <a:spcPct val="90000"/>
              </a:lnSpc>
              <a:buNone/>
            </a:pPr>
            <a:r>
              <a:rPr lang="en-US" altLang="zh-CN" sz="4000" b="1" dirty="0">
                <a:solidFill>
                  <a:schemeClr val="tx1"/>
                </a:solidFill>
                <a:latin typeface="Courier New" panose="02070309020205020404" charset="0"/>
                <a:ea typeface="宋体" panose="02010600030101010101" pitchFamily="2" charset="-122"/>
              </a:rPr>
              <a:t>  public int compareTo(E o);</a:t>
            </a:r>
            <a:endParaRPr lang="en-US" altLang="zh-CN" sz="4000" b="1" dirty="0">
              <a:solidFill>
                <a:schemeClr val="tx1"/>
              </a:solidFill>
              <a:latin typeface="Courier New" panose="02070309020205020404" charset="0"/>
              <a:ea typeface="宋体" panose="02010600030101010101" pitchFamily="2" charset="-122"/>
            </a:endParaRPr>
          </a:p>
          <a:p>
            <a:pPr>
              <a:lnSpc>
                <a:spcPct val="90000"/>
              </a:lnSpc>
              <a:spcAft>
                <a:spcPts val="1200"/>
              </a:spcAft>
              <a:buNone/>
            </a:pPr>
            <a:r>
              <a:rPr lang="en-US" altLang="zh-CN" sz="4000" b="1" dirty="0">
                <a:solidFill>
                  <a:schemeClr val="tx1"/>
                </a:solidFill>
                <a:latin typeface="Courier New" panose="02070309020205020404" charset="0"/>
                <a:ea typeface="宋体" panose="02010600030101010101" pitchFamily="2" charset="-122"/>
              </a:rPr>
              <a:t>}</a:t>
            </a:r>
            <a:endParaRPr lang="en-US" altLang="zh-CN" sz="4000" b="1" dirty="0">
              <a:solidFill>
                <a:schemeClr val="tx1"/>
              </a:solidFill>
              <a:latin typeface="Courier New" panose="02070309020205020404" charset="0"/>
              <a:ea typeface="宋体" panose="02010600030101010101" pitchFamily="2" charset="-122"/>
            </a:endParaRPr>
          </a:p>
          <a:p>
            <a:pPr fontAlgn="auto">
              <a:lnSpc>
                <a:spcPct val="150000"/>
              </a:lnSpc>
              <a:spcAft>
                <a:spcPts val="1200"/>
              </a:spcAft>
              <a:buClr>
                <a:srgbClr val="7030A0"/>
              </a:buClr>
              <a:buFont typeface="Wingdings" panose="05000000000000000000" charset="0"/>
              <a:buChar char="n"/>
            </a:pPr>
            <a:r>
              <a:rPr lang="en-US" altLang="zh-CN" sz="4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若</a:t>
            </a:r>
            <a:r>
              <a:rPr lang="zh-CN" altLang="en-US" sz="4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一个类实现了 Comparable 接口，就意味着 “该类支持排序”。相当于“内部比较器”</a:t>
            </a:r>
            <a:endParaRPr lang="zh-CN" altLang="en-US" sz="4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spcBef>
                <a:spcPts val="0"/>
              </a:spcBef>
              <a:spcAft>
                <a:spcPts val="0"/>
              </a:spcAft>
              <a:buClr>
                <a:srgbClr val="7030A0"/>
              </a:buClr>
              <a:buFont typeface="Wingdings" panose="05000000000000000000" charset="0"/>
              <a:buChar char="n"/>
            </a:pPr>
            <a:r>
              <a:rPr lang="en-US" altLang="zh-CN" sz="4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compareTo</a:t>
            </a:r>
            <a:r>
              <a:rPr lang="zh-CN" altLang="en-US" sz="4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方法判断这个对象相对于给定对象</a:t>
            </a:r>
            <a:r>
              <a:rPr lang="en-US" altLang="zh-CN" sz="4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o</a:t>
            </a:r>
            <a:r>
              <a:rPr lang="zh-CN" altLang="en-US" sz="4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的顺序，当这个对象小于、等于或大于给定对象</a:t>
            </a:r>
            <a:r>
              <a:rPr lang="en-US" altLang="zh-CN" sz="4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o</a:t>
            </a:r>
            <a:r>
              <a:rPr lang="zh-CN" altLang="en-US" sz="4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是，返回负整数、</a:t>
            </a:r>
            <a:r>
              <a:rPr lang="en-US" altLang="zh-CN" sz="4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4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或正整数</a:t>
            </a:r>
            <a:endParaRPr lang="zh-CN" altLang="en-US" sz="4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spcBef>
                <a:spcPts val="0"/>
              </a:spcBef>
              <a:spcAft>
                <a:spcPts val="0"/>
              </a:spcAft>
              <a:buClr>
                <a:srgbClr val="7030A0"/>
              </a:buClr>
              <a:buFont typeface="Wingdings" panose="05000000000000000000" charset="0"/>
              <a:buChar char="n"/>
            </a:pPr>
            <a:r>
              <a:rPr lang="en-US" altLang="zh-CN" sz="4000" dirty="0">
                <a:latin typeface="微软雅黑" panose="020B0503020204020204" pitchFamily="34" charset="-122"/>
                <a:ea typeface="微软雅黑" panose="020B0503020204020204" pitchFamily="34" charset="-122"/>
                <a:cs typeface="微软雅黑" panose="020B0503020204020204" pitchFamily="34" charset="-122"/>
                <a:sym typeface="+mn-ea"/>
              </a:rPr>
              <a:t>Java</a:t>
            </a:r>
            <a:r>
              <a:rPr lang="zh-CN" altLang="en-US" sz="4000" dirty="0">
                <a:latin typeface="微软雅黑" panose="020B0503020204020204" pitchFamily="34" charset="-122"/>
                <a:ea typeface="微软雅黑" panose="020B0503020204020204" pitchFamily="34" charset="-122"/>
                <a:cs typeface="微软雅黑" panose="020B0503020204020204" pitchFamily="34" charset="-122"/>
                <a:sym typeface="+mn-ea"/>
              </a:rPr>
              <a:t>类库中的许多类（例如：</a:t>
            </a:r>
            <a:r>
              <a:rPr lang="en-US" altLang="zh-CN" sz="4000" dirty="0">
                <a:latin typeface="微软雅黑" panose="020B0503020204020204" pitchFamily="34" charset="-122"/>
                <a:ea typeface="微软雅黑" panose="020B0503020204020204" pitchFamily="34" charset="-122"/>
                <a:cs typeface="微软雅黑" panose="020B0503020204020204" pitchFamily="34" charset="-122"/>
                <a:sym typeface="+mn-ea"/>
              </a:rPr>
              <a:t>String </a:t>
            </a:r>
            <a:r>
              <a:rPr lang="zh-CN" altLang="en-US" sz="4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4000" dirty="0">
                <a:latin typeface="微软雅黑" panose="020B0503020204020204" pitchFamily="34" charset="-122"/>
                <a:ea typeface="微软雅黑" panose="020B0503020204020204" pitchFamily="34" charset="-122"/>
                <a:cs typeface="微软雅黑" panose="020B0503020204020204" pitchFamily="34" charset="-122"/>
                <a:sym typeface="+mn-ea"/>
              </a:rPr>
              <a:t>Date</a:t>
            </a:r>
            <a:r>
              <a:rPr lang="zh-CN" altLang="en-US" sz="4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4000" dirty="0">
                <a:latin typeface="微软雅黑" panose="020B0503020204020204" pitchFamily="34" charset="-122"/>
                <a:ea typeface="微软雅黑" panose="020B0503020204020204" pitchFamily="34" charset="-122"/>
                <a:cs typeface="微软雅黑" panose="020B0503020204020204" pitchFamily="34" charset="-122"/>
                <a:sym typeface="+mn-ea"/>
              </a:rPr>
              <a:t>Byte</a:t>
            </a:r>
            <a:r>
              <a:rPr lang="zh-CN" altLang="en-US" sz="4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4000" dirty="0">
                <a:latin typeface="微软雅黑" panose="020B0503020204020204" pitchFamily="34" charset="-122"/>
                <a:ea typeface="微软雅黑" panose="020B0503020204020204" pitchFamily="34" charset="-122"/>
                <a:cs typeface="微软雅黑" panose="020B0503020204020204" pitchFamily="34" charset="-122"/>
                <a:sym typeface="+mn-ea"/>
              </a:rPr>
              <a:t>Short</a:t>
            </a:r>
            <a:r>
              <a:rPr lang="zh-CN" altLang="zh-CN" sz="4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4000" dirty="0">
                <a:latin typeface="微软雅黑" panose="020B0503020204020204" pitchFamily="34" charset="-122"/>
                <a:ea typeface="微软雅黑" panose="020B0503020204020204" pitchFamily="34" charset="-122"/>
                <a:cs typeface="微软雅黑" panose="020B0503020204020204" pitchFamily="34" charset="-122"/>
                <a:sym typeface="+mn-ea"/>
              </a:rPr>
              <a:t>Integer</a:t>
            </a:r>
            <a:r>
              <a:rPr lang="zh-CN" altLang="zh-CN" sz="4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4000" dirty="0">
                <a:latin typeface="微软雅黑" panose="020B0503020204020204" pitchFamily="34" charset="-122"/>
                <a:ea typeface="微软雅黑" panose="020B0503020204020204" pitchFamily="34" charset="-122"/>
                <a:cs typeface="微软雅黑" panose="020B0503020204020204" pitchFamily="34" charset="-122"/>
                <a:sym typeface="+mn-ea"/>
              </a:rPr>
              <a:t>Long</a:t>
            </a:r>
            <a:r>
              <a:rPr lang="zh-CN" altLang="zh-CN" sz="4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4000" dirty="0">
                <a:latin typeface="微软雅黑" panose="020B0503020204020204" pitchFamily="34" charset="-122"/>
                <a:ea typeface="微软雅黑" panose="020B0503020204020204" pitchFamily="34" charset="-122"/>
                <a:cs typeface="微软雅黑" panose="020B0503020204020204" pitchFamily="34" charset="-122"/>
                <a:sym typeface="+mn-ea"/>
              </a:rPr>
              <a:t>Float</a:t>
            </a:r>
            <a:r>
              <a:rPr lang="zh-CN" altLang="zh-CN" sz="4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4000" dirty="0">
                <a:latin typeface="微软雅黑" panose="020B0503020204020204" pitchFamily="34" charset="-122"/>
                <a:ea typeface="微软雅黑" panose="020B0503020204020204" pitchFamily="34" charset="-122"/>
                <a:cs typeface="微软雅黑" panose="020B0503020204020204" pitchFamily="34" charset="-122"/>
                <a:sym typeface="+mn-ea"/>
              </a:rPr>
              <a:t>Double</a:t>
            </a:r>
            <a:r>
              <a:rPr lang="zh-CN" altLang="en-US" sz="4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4000" dirty="0">
                <a:latin typeface="微软雅黑" panose="020B0503020204020204" pitchFamily="34" charset="-122"/>
                <a:ea typeface="微软雅黑" panose="020B0503020204020204" pitchFamily="34" charset="-122"/>
                <a:cs typeface="微软雅黑" panose="020B0503020204020204" pitchFamily="34" charset="-122"/>
                <a:sym typeface="+mn-ea"/>
              </a:rPr>
              <a:t>Character</a:t>
            </a:r>
            <a:r>
              <a:rPr lang="zh-CN" altLang="en-US" sz="4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4000" dirty="0">
                <a:latin typeface="微软雅黑" panose="020B0503020204020204" pitchFamily="34" charset="-122"/>
                <a:ea typeface="微软雅黑" panose="020B0503020204020204" pitchFamily="34" charset="-122"/>
                <a:cs typeface="微软雅黑" panose="020B0503020204020204" pitchFamily="34" charset="-122"/>
                <a:sym typeface="+mn-ea"/>
              </a:rPr>
              <a:t>BigDecimal</a:t>
            </a:r>
            <a:r>
              <a:rPr lang="zh-CN" altLang="en-US" sz="4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4000" dirty="0">
                <a:latin typeface="微软雅黑" panose="020B0503020204020204" pitchFamily="34" charset="-122"/>
                <a:ea typeface="微软雅黑" panose="020B0503020204020204" pitchFamily="34" charset="-122"/>
                <a:cs typeface="微软雅黑" panose="020B0503020204020204" pitchFamily="34" charset="-122"/>
                <a:sym typeface="+mn-ea"/>
              </a:rPr>
              <a:t>Calendar</a:t>
            </a:r>
            <a:r>
              <a:rPr lang="zh-CN" altLang="en-US" sz="4000" dirty="0">
                <a:latin typeface="微软雅黑" panose="020B0503020204020204" pitchFamily="34" charset="-122"/>
                <a:ea typeface="微软雅黑" panose="020B0503020204020204" pitchFamily="34" charset="-122"/>
                <a:cs typeface="微软雅黑" panose="020B0503020204020204" pitchFamily="34" charset="-122"/>
                <a:sym typeface="+mn-ea"/>
              </a:rPr>
              <a:t>等等）都实现了</a:t>
            </a:r>
            <a:r>
              <a:rPr lang="en-US" altLang="zh-CN" sz="4000" dirty="0">
                <a:latin typeface="微软雅黑" panose="020B0503020204020204" pitchFamily="34" charset="-122"/>
                <a:ea typeface="微软雅黑" panose="020B0503020204020204" pitchFamily="34" charset="-122"/>
                <a:cs typeface="微软雅黑" panose="020B0503020204020204" pitchFamily="34" charset="-122"/>
                <a:sym typeface="+mn-ea"/>
              </a:rPr>
              <a:t> Comparable</a:t>
            </a:r>
            <a:r>
              <a:rPr lang="zh-CN" altLang="en-US" sz="4000" dirty="0">
                <a:latin typeface="微软雅黑" panose="020B0503020204020204" pitchFamily="34" charset="-122"/>
                <a:ea typeface="微软雅黑" panose="020B0503020204020204" pitchFamily="34" charset="-122"/>
                <a:cs typeface="微软雅黑" panose="020B0503020204020204" pitchFamily="34" charset="-122"/>
                <a:sym typeface="+mn-ea"/>
              </a:rPr>
              <a:t>接口</a:t>
            </a:r>
            <a:endParaRPr lang="zh-CN" altLang="en-US" sz="4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spcBef>
                <a:spcPts val="0"/>
              </a:spcBef>
              <a:spcAft>
                <a:spcPts val="0"/>
              </a:spcAft>
              <a:buClr>
                <a:srgbClr val="7030A0"/>
              </a:buClr>
              <a:buFont typeface="Wingdings" panose="05000000000000000000" charset="0"/>
              <a:buChar char="n"/>
            </a:pPr>
            <a:endParaRPr lang="zh-CN" altLang="en-US" sz="4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96533" y="193721"/>
            <a:ext cx="7078190" cy="349250"/>
          </a:xfrm>
        </p:spPr>
        <p:txBody>
          <a:bodyPr/>
          <a:p>
            <a:r>
              <a:rPr lang="zh-CN" altLang="en-US" b="0" dirty="0">
                <a:latin typeface="微软雅黑" panose="020B0503020204020204" pitchFamily="34" charset="-122"/>
                <a:ea typeface="微软雅黑" panose="020B0503020204020204" pitchFamily="34" charset="-122"/>
                <a:cs typeface="微软雅黑" panose="020B0503020204020204" pitchFamily="34" charset="-122"/>
                <a:sym typeface="+mn-ea"/>
              </a:rPr>
              <a:t>补充：</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sym typeface="+mn-ea"/>
              </a:rPr>
              <a:t>Comparator</a:t>
            </a:r>
            <a:endParaRPr lang="zh-CN" altLang="en-US"/>
          </a:p>
        </p:txBody>
      </p:sp>
      <p:sp>
        <p:nvSpPr>
          <p:cNvPr id="3" name="内容占位符 2"/>
          <p:cNvSpPr>
            <a:spLocks noGrp="1"/>
          </p:cNvSpPr>
          <p:nvPr>
            <p:ph sz="quarter" idx="12"/>
          </p:nvPr>
        </p:nvSpPr>
        <p:spPr/>
        <p:txBody>
          <a:bodyPr/>
          <a:p>
            <a:r>
              <a:rPr lang="zh-CN" altLang="en-US" sz="2000"/>
              <a:t>Comparator相当于“外部比较器”，若需要控制某个类的次序，可以建立一个“该类的比较器”来进行排序。</a:t>
            </a:r>
            <a:endParaRPr lang="zh-CN" altLang="en-US" sz="2000"/>
          </a:p>
          <a:p>
            <a:pPr marL="720090" indent="0" fontAlgn="auto">
              <a:spcBef>
                <a:spcPts val="0"/>
              </a:spcBef>
              <a:buNone/>
            </a:pPr>
            <a:r>
              <a:rPr lang="zh-CN" altLang="en-US" sz="2000"/>
              <a:t>package java.util;</a:t>
            </a:r>
            <a:endParaRPr lang="zh-CN" altLang="en-US" sz="2000"/>
          </a:p>
          <a:p>
            <a:pPr marL="720090" indent="0" fontAlgn="auto">
              <a:spcBef>
                <a:spcPts val="0"/>
              </a:spcBef>
              <a:buNone/>
            </a:pPr>
            <a:r>
              <a:rPr lang="zh-CN" altLang="en-US" sz="2000"/>
              <a:t>public interface Comparator&lt;T&gt;</a:t>
            </a:r>
            <a:endParaRPr lang="zh-CN" altLang="en-US" sz="2000"/>
          </a:p>
          <a:p>
            <a:pPr marL="720090" indent="0" fontAlgn="auto">
              <a:spcBef>
                <a:spcPts val="0"/>
              </a:spcBef>
              <a:buNone/>
            </a:pPr>
            <a:r>
              <a:rPr lang="zh-CN" altLang="en-US" sz="2000"/>
              <a:t> {</a:t>
            </a:r>
            <a:endParaRPr lang="zh-CN" altLang="en-US" sz="2000"/>
          </a:p>
          <a:p>
            <a:pPr marL="720090" indent="0" fontAlgn="auto">
              <a:spcBef>
                <a:spcPts val="0"/>
              </a:spcBef>
              <a:buNone/>
            </a:pPr>
            <a:r>
              <a:rPr lang="zh-CN" altLang="en-US" sz="2000"/>
              <a:t>    int compare(T o1, T o2);</a:t>
            </a:r>
            <a:endParaRPr lang="zh-CN" altLang="en-US" sz="2000"/>
          </a:p>
          <a:p>
            <a:pPr marL="720090" indent="0" fontAlgn="auto">
              <a:spcBef>
                <a:spcPts val="0"/>
              </a:spcBef>
              <a:buNone/>
            </a:pPr>
            <a:r>
              <a:rPr lang="zh-CN" altLang="en-US" sz="2000"/>
              <a:t>    boolean equals(Object obj);</a:t>
            </a:r>
            <a:endParaRPr lang="zh-CN" altLang="en-US" sz="2000"/>
          </a:p>
          <a:p>
            <a:pPr marL="720090" indent="0" fontAlgn="auto">
              <a:spcBef>
                <a:spcPts val="0"/>
              </a:spcBef>
              <a:buNone/>
            </a:pPr>
            <a:r>
              <a:rPr lang="zh-CN" altLang="en-US" sz="2000"/>
              <a:t> }</a:t>
            </a:r>
            <a:endParaRPr lang="zh-CN" altLang="en-US" sz="2000"/>
          </a:p>
          <a:p>
            <a:pPr marL="720090" indent="0" fontAlgn="auto">
              <a:spcBef>
                <a:spcPts val="0"/>
              </a:spcBef>
              <a:buNone/>
            </a:pPr>
            <a:endParaRPr lang="zh-CN" altLang="en-US" sz="2000"/>
          </a:p>
          <a:p>
            <a:pPr fontAlgn="auto">
              <a:spcBef>
                <a:spcPts val="0"/>
              </a:spcBef>
              <a:buFont typeface="Wingdings" panose="05000000000000000000" charset="0"/>
              <a:buChar char="n"/>
            </a:pPr>
            <a:r>
              <a:rPr lang="en-US" altLang="zh-CN" sz="2000"/>
              <a:t>Collections.sort</a:t>
            </a:r>
            <a:r>
              <a:rPr lang="zh-CN" altLang="zh-CN" sz="2000"/>
              <a:t>方法</a:t>
            </a:r>
            <a:endParaRPr lang="zh-CN" altLang="en-US" sz="2000"/>
          </a:p>
          <a:p>
            <a:pPr marL="0" indent="0" fontAlgn="auto">
              <a:spcBef>
                <a:spcPts val="0"/>
              </a:spcBef>
              <a:buFont typeface="Wingdings" panose="05000000000000000000" charset="0"/>
              <a:buNone/>
            </a:pPr>
            <a:r>
              <a:rPr lang="zh-CN" altLang="en-US" sz="2000"/>
              <a:t>     public static &lt;T&gt; void sort(List&lt;T&gt; list, Comparator&lt;? super T&gt; c</a:t>
            </a:r>
            <a:r>
              <a:rPr lang="en-US" altLang="zh-CN" sz="2000"/>
              <a:t>)</a:t>
            </a:r>
            <a:endParaRPr lang="en-US" altLang="zh-CN" sz="2000"/>
          </a:p>
        </p:txBody>
      </p:sp>
      <p:sp>
        <p:nvSpPr>
          <p:cNvPr id="4" name="灯片编号占位符 3"/>
          <p:cNvSpPr>
            <a:spLocks noGrp="1"/>
          </p:cNvSpPr>
          <p:nvPr>
            <p:ph type="sldNum" sz="quarter" idx="11"/>
          </p:nvPr>
        </p:nvSpPr>
        <p:spPr/>
        <p:txBody>
          <a:bodyPr/>
          <a:p>
            <a:r>
              <a:rPr lang="en-US" altLang="zh-CN" dirty="0" smtClean="0"/>
              <a:t>P</a:t>
            </a:r>
            <a:fld id="{62DCC93C-90AC-48A1-9D9E-CBAB17A91522}" type="slidenum">
              <a:rPr lang="zh-CN" altLang="en-US" dirty="0" smtClean="0"/>
            </a:fld>
            <a:endParaRPr lang="zh-CN"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78155" y="188595"/>
            <a:ext cx="7731125" cy="349250"/>
          </a:xfrm>
        </p:spPr>
        <p:txBody>
          <a:bodyPr/>
          <a:p>
            <a:r>
              <a:rPr lang="en-US" altLang="zh-CN" b="0" dirty="0">
                <a:latin typeface="微软雅黑" panose="020B0503020204020204" pitchFamily="34" charset="-122"/>
                <a:ea typeface="微软雅黑" panose="020B0503020204020204" pitchFamily="34" charset="-122"/>
                <a:cs typeface="微软雅黑" panose="020B0503020204020204" pitchFamily="34" charset="-122"/>
                <a:sym typeface="+mn-ea"/>
              </a:rPr>
              <a:t>Comparable </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sym typeface="+mn-ea"/>
              </a:rPr>
              <a:t>与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sym typeface="+mn-ea"/>
              </a:rPr>
              <a:t>Comparator</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sym typeface="+mn-ea"/>
              </a:rPr>
              <a:t>比较</a:t>
            </a:r>
            <a:endParaRPr lang="zh-CN" altLang="en-US" b="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内容占位符 2"/>
          <p:cNvSpPr>
            <a:spLocks noGrp="1"/>
          </p:cNvSpPr>
          <p:nvPr>
            <p:ph sz="quarter" idx="12"/>
          </p:nvPr>
        </p:nvSpPr>
        <p:spPr/>
        <p:txBody>
          <a:bodyPr/>
          <a:p>
            <a:pPr fontAlgn="auto">
              <a:lnSpc>
                <a:spcPct val="150000"/>
              </a:lnSpc>
              <a:spcBef>
                <a:spcPts val="0"/>
              </a:spcBef>
            </a:pPr>
            <a:r>
              <a:rPr lang="zh-CN" altLang="en-US" sz="2000"/>
              <a:t>Comparable 相当于 “内部比较器”，而 Comparator 相当于 “外部比较器”</a:t>
            </a:r>
            <a:endParaRPr lang="zh-CN" altLang="en-US" sz="2000"/>
          </a:p>
          <a:p>
            <a:pPr fontAlgn="auto">
              <a:lnSpc>
                <a:spcPct val="150000"/>
              </a:lnSpc>
              <a:spcBef>
                <a:spcPts val="0"/>
              </a:spcBef>
            </a:pPr>
            <a:r>
              <a:rPr lang="zh-CN" altLang="en-US" sz="2000"/>
              <a:t>Comparable 是排序接口；若一个类实现了 Comparable 接口，就意味着 “该类支持排序”。而 Comparator 是比较器；若需要控制某个类的次序，可以建立一个 “该类的比较器” 来进行排序。</a:t>
            </a:r>
            <a:endParaRPr lang="zh-CN" altLang="en-US" sz="2000"/>
          </a:p>
          <a:p>
            <a:pPr fontAlgn="auto">
              <a:lnSpc>
                <a:spcPct val="150000"/>
              </a:lnSpc>
              <a:spcBef>
                <a:spcPts val="0"/>
              </a:spcBef>
            </a:pPr>
            <a:r>
              <a:rPr lang="zh-CN" altLang="en-US" sz="2000"/>
              <a:t>用Comparable 简单，但实现Comparable接口的方式比实现Comparator接口的耦合性 要强一些，如果要修改比较算法，要修改Comparable接口的实现类，而实现Comparator的类是在外部进行比较的，不需要对实现类有任何修改。</a:t>
            </a:r>
            <a:endParaRPr lang="zh-CN" altLang="en-US" sz="2000"/>
          </a:p>
        </p:txBody>
      </p:sp>
      <p:sp>
        <p:nvSpPr>
          <p:cNvPr id="4" name="灯片编号占位符 3"/>
          <p:cNvSpPr>
            <a:spLocks noGrp="1"/>
          </p:cNvSpPr>
          <p:nvPr>
            <p:ph type="sldNum" sz="quarter" idx="11"/>
          </p:nvPr>
        </p:nvSpPr>
        <p:spPr/>
        <p:txBody>
          <a:bodyPr/>
          <a:p>
            <a:r>
              <a:rPr lang="en-US" altLang="zh-CN" dirty="0" smtClean="0"/>
              <a:t>P</a:t>
            </a:r>
            <a:fld id="{62DCC93C-90AC-48A1-9D9E-CBAB17A91522}" type="slidenum">
              <a:rPr lang="zh-CN" altLang="en-US" dirty="0" smtClean="0"/>
            </a:fld>
            <a:endParaRPr lang="zh-CN" alt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灯片编号占位符 2"/>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30723" name="Slide Number Placeholder 4"/>
          <p:cNvSpPr txBox="1">
            <a:spLocks noGrp="1"/>
          </p:cNvSpPr>
          <p:nvPr/>
        </p:nvSpPr>
        <p:spPr>
          <a:xfrm>
            <a:off x="6553200" y="6399213"/>
            <a:ext cx="1905000" cy="457200"/>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30724" name="Rectangle 2"/>
          <p:cNvSpPr>
            <a:spLocks noGrp="1"/>
          </p:cNvSpPr>
          <p:nvPr>
            <p:ph type="title"/>
          </p:nvPr>
        </p:nvSpPr>
        <p:spPr/>
        <p:txBody>
          <a:bodyPr vert="horz" wrap="square" lIns="92075" tIns="46038" rIns="92075" bIns="46038" anchor="ctr"/>
          <a:p>
            <a:r>
              <a:rPr lang="en-US" altLang="zh-CN" sz="3600" b="0" dirty="0">
                <a:latin typeface="微软雅黑" panose="020B0503020204020204" pitchFamily="34" charset="-122"/>
                <a:ea typeface="微软雅黑" panose="020B0503020204020204" pitchFamily="34" charset="-122"/>
                <a:cs typeface="微软雅黑" panose="020B0503020204020204" pitchFamily="34" charset="-122"/>
              </a:rPr>
              <a:t>Cloneable接口</a:t>
            </a:r>
            <a:endParaRPr lang="en-US" altLang="zh-CN" sz="3600" b="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725" name="Rectangle 3"/>
          <p:cNvSpPr>
            <a:spLocks noGrp="1"/>
          </p:cNvSpPr>
          <p:nvPr>
            <p:ph type="body" idx="4294967295"/>
          </p:nvPr>
        </p:nvSpPr>
        <p:spPr>
          <a:xfrm>
            <a:off x="883285" y="1551940"/>
            <a:ext cx="7696200" cy="1371600"/>
          </a:xfrm>
        </p:spPr>
        <p:txBody>
          <a:bodyPr vert="horz" wrap="square" lIns="92075" tIns="46038" rIns="92075" bIns="46038" anchor="t">
            <a:normAutofit lnSpcReduction="20000"/>
          </a:bodyPr>
          <a:p>
            <a:pPr marL="114300" lvl="1" indent="0">
              <a:buNone/>
            </a:pPr>
            <a:r>
              <a:rPr lang="en-US" altLang="zh-CN" sz="2400" dirty="0">
                <a:latin typeface="Courier New" panose="02070309020205020404" charset="0"/>
                <a:ea typeface="宋体" panose="02010600030101010101" pitchFamily="2" charset="-122"/>
              </a:rPr>
              <a:t>package java.lang;</a:t>
            </a:r>
            <a:endParaRPr lang="en-US" altLang="zh-CN" sz="2400" dirty="0">
              <a:latin typeface="Courier New" panose="02070309020205020404" charset="0"/>
              <a:ea typeface="宋体" panose="02010600030101010101" pitchFamily="2" charset="-122"/>
            </a:endParaRPr>
          </a:p>
          <a:p>
            <a:pPr marL="114300" lvl="1" indent="0">
              <a:buNone/>
            </a:pPr>
            <a:r>
              <a:rPr lang="en-US" altLang="zh-CN" sz="2400" dirty="0">
                <a:latin typeface="Courier New" panose="02070309020205020404" charset="0"/>
                <a:ea typeface="宋体" panose="02010600030101010101" pitchFamily="2" charset="-122"/>
              </a:rPr>
              <a:t>public interface Cloneable { </a:t>
            </a:r>
            <a:endParaRPr lang="en-US" altLang="zh-CN" sz="2400" dirty="0">
              <a:latin typeface="Courier New" panose="02070309020205020404" charset="0"/>
              <a:ea typeface="宋体" panose="02010600030101010101" pitchFamily="2" charset="-122"/>
            </a:endParaRPr>
          </a:p>
          <a:p>
            <a:pPr marL="114300" lvl="1" indent="0">
              <a:buNone/>
            </a:pPr>
            <a:r>
              <a:rPr lang="en-US" altLang="zh-CN" sz="2400" dirty="0">
                <a:latin typeface="Courier New" panose="02070309020205020404" charset="0"/>
                <a:ea typeface="宋体" panose="02010600030101010101" pitchFamily="2" charset="-122"/>
              </a:rPr>
              <a:t>}</a:t>
            </a:r>
            <a:endParaRPr lang="en-US" altLang="zh-CN" sz="2400" dirty="0">
              <a:latin typeface="Courier New" panose="02070309020205020404" charset="0"/>
              <a:ea typeface="宋体" panose="02010600030101010101" pitchFamily="2" charset="-122"/>
            </a:endParaRPr>
          </a:p>
        </p:txBody>
      </p:sp>
      <p:sp>
        <p:nvSpPr>
          <p:cNvPr id="30726" name="Rectangle 4"/>
          <p:cNvSpPr/>
          <p:nvPr/>
        </p:nvSpPr>
        <p:spPr>
          <a:xfrm>
            <a:off x="350520" y="3140075"/>
            <a:ext cx="8610600" cy="3581400"/>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571500" lvl="1" indent="-457200">
              <a:spcAft>
                <a:spcPts val="1200"/>
              </a:spcAft>
              <a:buFont typeface="Wingdings" panose="05000000000000000000" charset="0"/>
              <a:buChar char="n"/>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这个接口是空的，</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一个空接口称为</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标记接口。一个标记接口既不包括常量也不包括方法。</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marL="571500" lvl="1" indent="-457200">
              <a:spcAft>
                <a:spcPts val="1200"/>
              </a:spcAft>
              <a:buFont typeface="Wingdings" panose="05000000000000000000" charset="0"/>
              <a:buChar char="n"/>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标记接口用来表示一个类拥有某些特定的属性。</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marL="1028700" lvl="2" indent="-457200">
              <a:spcAft>
                <a:spcPts val="1200"/>
              </a:spcAft>
              <a:buFont typeface="Wingdings" panose="05000000000000000000" charset="0"/>
              <a:buChar char="n"/>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实现</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Cloneable</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接口的类被标记为</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cloneable</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，而且可以使用</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Object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类中定义的</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clone()</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方法克隆它的对象</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marL="1028700" lvl="3" indent="0">
              <a:spcAft>
                <a:spcPts val="1200"/>
              </a:spcAft>
              <a:buFont typeface="Wingdings" panose="05000000000000000000" charset="0"/>
              <a:buNone/>
            </a:pPr>
            <a:endParaRPr lang="en-US" altLang="zh-CN" sz="171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Rectangle 3"/>
          <p:cNvSpPr>
            <a:spLocks noGrp="1"/>
          </p:cNvSpPr>
          <p:nvPr/>
        </p:nvSpPr>
        <p:spPr>
          <a:xfrm>
            <a:off x="478155" y="883920"/>
            <a:ext cx="7696200" cy="451485"/>
          </a:xfrm>
          <a:prstGeom prst="rect">
            <a:avLst/>
          </a:prstGeom>
        </p:spPr>
        <p:txBody>
          <a:bodyPr vert="horz" wrap="square" lIns="92075" tIns="46038" rIns="92075" bIns="46038" rtlCol="0" anchor="t">
            <a:noAutofit/>
          </a:bodyPr>
          <a:lstStyle>
            <a:lvl1pPr marL="342900" indent="-342900" algn="l" defTabSz="914400" rtl="0" eaLnBrk="1" latinLnBrk="0" hangingPunct="1">
              <a:lnSpc>
                <a:spcPct val="120000"/>
              </a:lnSpc>
              <a:spcBef>
                <a:spcPct val="20000"/>
              </a:spcBef>
              <a:buFont typeface="Arial" panose="020B0604020202020204" pitchFamily="34" charset="0"/>
              <a:buChar char="•"/>
              <a:defRPr sz="1800" kern="1200">
                <a:solidFill>
                  <a:schemeClr val="tx1"/>
                </a:solidFill>
                <a:latin typeface="+mn-lt"/>
                <a:ea typeface="+mj-ea"/>
                <a:cs typeface="+mn-cs"/>
              </a:defRPr>
            </a:lvl1pPr>
            <a:lvl2pPr marL="742950" indent="-285750" algn="l" defTabSz="914400" rtl="0" eaLnBrk="1" latinLnBrk="0" hangingPunct="1">
              <a:lnSpc>
                <a:spcPct val="120000"/>
              </a:lnSpc>
              <a:spcBef>
                <a:spcPct val="20000"/>
              </a:spcBef>
              <a:buFont typeface="Arial" panose="020B0604020202020204" pitchFamily="34" charset="0"/>
              <a:buChar char="–"/>
              <a:defRPr sz="1600" kern="1200">
                <a:solidFill>
                  <a:schemeClr val="tx1"/>
                </a:solidFill>
                <a:latin typeface="+mn-lt"/>
                <a:ea typeface="+mj-ea"/>
                <a:cs typeface="+mn-cs"/>
              </a:defRPr>
            </a:lvl2pPr>
            <a:lvl3pPr marL="1143000" indent="-228600" algn="l" defTabSz="914400" rtl="0" eaLnBrk="1" latinLnBrk="0" hangingPunct="1">
              <a:lnSpc>
                <a:spcPct val="120000"/>
              </a:lnSpc>
              <a:spcBef>
                <a:spcPct val="20000"/>
              </a:spcBef>
              <a:buFont typeface="Arial" panose="020B0604020202020204" pitchFamily="34" charset="0"/>
              <a:buChar char="•"/>
              <a:defRPr sz="1400" kern="1200">
                <a:solidFill>
                  <a:schemeClr val="tx1"/>
                </a:solidFill>
                <a:latin typeface="+mn-lt"/>
                <a:ea typeface="+mj-ea"/>
                <a:cs typeface="+mn-cs"/>
              </a:defRPr>
            </a:lvl3pPr>
            <a:lvl4pPr marL="16002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n-lt"/>
                <a:ea typeface="+mj-ea"/>
                <a:cs typeface="+mn-cs"/>
              </a:defRPr>
            </a:lvl4pPr>
            <a:lvl5pPr marL="20574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n-lt"/>
                <a:ea typeface="+mj-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57200" lvl="1" indent="-342900">
              <a:buClr>
                <a:srgbClr val="7030A0"/>
              </a:buClr>
              <a:buFont typeface="Wingdings" panose="05000000000000000000" charset="0"/>
              <a:buChar char="n"/>
            </a:pPr>
            <a:r>
              <a:rPr lang="en-US" altLang="zh-CN" sz="2300" dirty="0">
                <a:latin typeface="微软雅黑" panose="020B0503020204020204" pitchFamily="34" charset="-122"/>
                <a:ea typeface="微软雅黑" panose="020B0503020204020204" pitchFamily="34" charset="-122"/>
                <a:cs typeface="微软雅黑" panose="020B0503020204020204" pitchFamily="34" charset="-122"/>
              </a:rPr>
              <a:t>Cloneable</a:t>
            </a:r>
            <a:r>
              <a:rPr lang="zh-CN" altLang="en-US" sz="2300" dirty="0">
                <a:latin typeface="微软雅黑" panose="020B0503020204020204" pitchFamily="34" charset="-122"/>
                <a:ea typeface="微软雅黑" panose="020B0503020204020204" pitchFamily="34" charset="-122"/>
                <a:cs typeface="微软雅黑" panose="020B0503020204020204" pitchFamily="34" charset="-122"/>
              </a:rPr>
              <a:t>接口给出了一个可克隆的对象</a:t>
            </a:r>
            <a:endParaRPr lang="zh-CN" altLang="en-US" sz="2300" dirty="0">
              <a:latin typeface="微软雅黑" panose="020B0503020204020204" pitchFamily="34" charset="-122"/>
              <a:ea typeface="微软雅黑" panose="020B0503020204020204" pitchFamily="34" charset="-122"/>
              <a:cs typeface="微软雅黑" panose="020B0503020204020204" pitchFamily="34" charset="-122"/>
            </a:endParaRPr>
          </a:p>
          <a:p>
            <a:pPr marL="114300" lvl="1" indent="0">
              <a:buNone/>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sz="quarter" idx="12"/>
          </p:nvPr>
        </p:nvSpPr>
        <p:spPr/>
        <p:txBody>
          <a:bodyPr>
            <a:normAutofit lnSpcReduction="20000"/>
          </a:bodyPr>
          <a:p>
            <a:r>
              <a:rPr lang="en-US" altLang="zh-CN" sz="2400"/>
              <a:t>Object</a:t>
            </a:r>
            <a:r>
              <a:rPr lang="zh-CN" altLang="en-US" sz="2400"/>
              <a:t>中</a:t>
            </a:r>
            <a:r>
              <a:rPr lang="en-US" altLang="zh-CN" sz="2400"/>
              <a:t>clone</a:t>
            </a:r>
            <a:r>
              <a:rPr lang="zh-CN" altLang="zh-CN" sz="2400"/>
              <a:t>方法：</a:t>
            </a:r>
            <a:r>
              <a:rPr lang="zh-CN" altLang="en-US" sz="2400"/>
              <a:t> </a:t>
            </a:r>
            <a:endParaRPr lang="zh-CN" altLang="en-US" sz="2400"/>
          </a:p>
          <a:p>
            <a:pPr lvl="1">
              <a:buClr>
                <a:srgbClr val="7030A0"/>
              </a:buClr>
            </a:pPr>
            <a:r>
              <a:rPr lang="zh-CN" altLang="en-US" sz="2400">
                <a:latin typeface="微软雅黑" panose="020B0503020204020204" pitchFamily="34" charset="-122"/>
                <a:ea typeface="微软雅黑" panose="020B0503020204020204" pitchFamily="34" charset="-122"/>
                <a:cs typeface="微软雅黑" panose="020B0503020204020204" pitchFamily="34" charset="-122"/>
              </a:rPr>
              <a:t>protected native Object clone() throws CloneNotSupportedException;</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a:p>
            <a:pPr lvl="1">
              <a:buClr>
                <a:srgbClr val="7030A0"/>
              </a:buClr>
            </a:pPr>
            <a:r>
              <a:rPr lang="zh-CN" altLang="en-US" sz="2400">
                <a:latin typeface="微软雅黑" panose="020B0503020204020204" pitchFamily="34" charset="-122"/>
                <a:ea typeface="微软雅黑" panose="020B0503020204020204" pitchFamily="34" charset="-122"/>
                <a:cs typeface="微软雅黑" panose="020B0503020204020204" pitchFamily="34" charset="-122"/>
                <a:sym typeface="+mn-ea"/>
              </a:rPr>
              <a:t>native 表示这个方法是本地方法（非</a:t>
            </a:r>
            <a:r>
              <a:rPr lang="en-US" altLang="zh-CN" sz="2400">
                <a:latin typeface="微软雅黑" panose="020B0503020204020204" pitchFamily="34" charset="-122"/>
                <a:ea typeface="微软雅黑" panose="020B0503020204020204" pitchFamily="34" charset="-122"/>
                <a:cs typeface="微软雅黑" panose="020B0503020204020204" pitchFamily="34" charset="-122"/>
                <a:sym typeface="+mn-ea"/>
              </a:rPr>
              <a:t>java</a:t>
            </a:r>
            <a:r>
              <a:rPr lang="zh-CN" altLang="en-US" sz="2400">
                <a:latin typeface="微软雅黑" panose="020B0503020204020204" pitchFamily="34" charset="-122"/>
                <a:ea typeface="微软雅黑" panose="020B0503020204020204" pitchFamily="34" charset="-122"/>
                <a:cs typeface="微软雅黑" panose="020B0503020204020204" pitchFamily="34" charset="-122"/>
                <a:sym typeface="+mn-ea"/>
              </a:rPr>
              <a:t>语言实现），本地方法意味着和平台有关。例如由于Java语言无法访问操作系统底层信息（比如：底层硬件设备等），这候就需借助C语言来完成，被native修饰的方法可以被C语言重写。</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buClr>
                <a:srgbClr val="7030A0"/>
              </a:buClr>
            </a:pPr>
            <a:r>
              <a:rPr lang="en-US" altLang="zh-CN" sz="2400">
                <a:latin typeface="微软雅黑" panose="020B0503020204020204" pitchFamily="34" charset="-122"/>
                <a:ea typeface="微软雅黑" panose="020B0503020204020204" pitchFamily="34" charset="-122"/>
                <a:cs typeface="微软雅黑" panose="020B0503020204020204" pitchFamily="34" charset="-122"/>
                <a:sym typeface="+mn-ea"/>
              </a:rPr>
              <a:t>protected</a:t>
            </a:r>
            <a:r>
              <a:rPr lang="zh-CN" altLang="en-US" sz="2400">
                <a:latin typeface="微软雅黑" panose="020B0503020204020204" pitchFamily="34" charset="-122"/>
                <a:ea typeface="微软雅黑" panose="020B0503020204020204" pitchFamily="34" charset="-122"/>
                <a:cs typeface="微软雅黑" panose="020B0503020204020204" pitchFamily="34" charset="-122"/>
                <a:sym typeface="+mn-ea"/>
              </a:rPr>
              <a:t>限定方法只能在同一个包或者子类访问</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buClr>
                <a:srgbClr val="7030A0"/>
              </a:buClr>
            </a:pPr>
            <a:r>
              <a:rPr lang="zh-CN" altLang="en-US" sz="2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如果在没有实现</a:t>
            </a:r>
            <a:r>
              <a:rPr lang="en-US" altLang="zh-CN" sz="2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Cloneable</a:t>
            </a:r>
            <a:r>
              <a:rPr lang="zh-CN" altLang="en-US" sz="2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接口的实例上调用</a:t>
            </a:r>
            <a:r>
              <a:rPr lang="en-US" altLang="zh-CN" sz="2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Object</a:t>
            </a:r>
            <a:r>
              <a:rPr lang="zh-CN" altLang="en-US" sz="2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对的</a:t>
            </a:r>
            <a:r>
              <a:rPr lang="en-US" altLang="zh-CN" sz="2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clone</a:t>
            </a:r>
            <a:r>
              <a:rPr lang="zh-CN" altLang="en-US" sz="2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方法，会抛出 </a:t>
            </a:r>
            <a:r>
              <a:rPr lang="en-US" altLang="zh-CN" sz="2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CloneNotSupportedException</a:t>
            </a:r>
            <a:r>
              <a:rPr lang="zh-CN" altLang="zh-CN" sz="2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异常</a:t>
            </a:r>
            <a:endParaRPr lang="zh-CN" altLang="en-US" sz="2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buClr>
                <a:srgbClr val="7030A0"/>
              </a:buClr>
            </a:pPr>
            <a:endParaRPr lang="zh-CN" altLang="en-US" sz="2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灯片编号占位符 3"/>
          <p:cNvSpPr>
            <a:spLocks noGrp="1"/>
          </p:cNvSpPr>
          <p:nvPr>
            <p:ph type="sldNum" sz="quarter" idx="11"/>
          </p:nvPr>
        </p:nvSpPr>
        <p:spPr/>
        <p:txBody>
          <a:bodyPr/>
          <a:p>
            <a:r>
              <a:rPr lang="en-US" altLang="zh-CN" dirty="0" smtClean="0"/>
              <a:t>P</a:t>
            </a:r>
            <a:fld id="{62DCC93C-90AC-48A1-9D9E-CBAB17A91522}" type="slidenum">
              <a:rPr lang="zh-CN" altLang="en-US" dirty="0" smtClean="0"/>
            </a:fld>
            <a:endParaRPr lang="zh-CN" alt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灯片编号占位符 2"/>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31747" name="Slide Number Placeholder 4"/>
          <p:cNvSpPr txBox="1">
            <a:spLocks noGrp="1"/>
          </p:cNvSpPr>
          <p:nvPr/>
        </p:nvSpPr>
        <p:spPr>
          <a:xfrm>
            <a:off x="6553200" y="6399213"/>
            <a:ext cx="1905000" cy="457200"/>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31748" name="Rectangle 2"/>
          <p:cNvSpPr>
            <a:spLocks noGrp="1"/>
          </p:cNvSpPr>
          <p:nvPr>
            <p:ph type="title"/>
          </p:nvPr>
        </p:nvSpPr>
        <p:spPr/>
        <p:txBody>
          <a:bodyPr vert="horz" wrap="square" lIns="92075" tIns="46038" rIns="92075" bIns="46038" anchor="ctr"/>
          <a:p>
            <a:r>
              <a:rPr lang="zh-CN" altLang="en-US" sz="4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举 例</a:t>
            </a:r>
            <a:endParaRPr lang="zh-CN" altLang="en-US" sz="4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1749" name="Rectangle 3"/>
          <p:cNvSpPr>
            <a:spLocks noGrp="1"/>
          </p:cNvSpPr>
          <p:nvPr>
            <p:ph type="body" idx="4294967295"/>
          </p:nvPr>
        </p:nvSpPr>
        <p:spPr>
          <a:xfrm>
            <a:off x="381000" y="1143000"/>
            <a:ext cx="8763000" cy="5257800"/>
          </a:xfrm>
        </p:spPr>
        <p:txBody>
          <a:bodyPr vert="horz" wrap="square" lIns="92075" tIns="46038" rIns="92075" bIns="46038" anchor="t">
            <a:normAutofit lnSpcReduction="20000"/>
          </a:bodyPr>
          <a:p>
            <a:pPr>
              <a:lnSpc>
                <a:spcPct val="120000"/>
              </a:lnSpc>
              <a:buClr>
                <a:srgbClr val="7030A0"/>
              </a:buClr>
              <a:buFont typeface="Wingdings" panose="05000000000000000000" charset="0"/>
              <a:buChar char="n"/>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Java</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库中的很多类（例如：</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Date</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Calendar</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）实现</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Cloneable</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。这样，这些类的实例可以被克隆。例如：下面的代码</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a:buClr>
                <a:srgbClr val="7030A0"/>
              </a:buClr>
              <a:buFont typeface="Wingdings" panose="05000000000000000000" charset="0"/>
              <a:buChar char="n"/>
            </a:pP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a:buClr>
                <a:srgbClr val="7030A0"/>
              </a:buClr>
              <a:buNone/>
            </a:pP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Calendar calendar = new GregorianCalendar(2003, 2, 1);</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a:buClr>
                <a:srgbClr val="7030A0"/>
              </a:buClr>
              <a:buNone/>
            </a:pP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Calendar calendarCopy = (Calendar)calendar.clone();</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a:buClr>
                <a:srgbClr val="7030A0"/>
              </a:buClr>
              <a:buNone/>
            </a:pP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System.out.println("calendar == calendarCopy is " +</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a:buClr>
                <a:srgbClr val="7030A0"/>
              </a:buClr>
              <a:buNone/>
            </a:pP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  (calendar == calendarCopy));</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a:buClr>
                <a:srgbClr val="7030A0"/>
              </a:buClr>
              <a:buNone/>
            </a:pP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System.out.println("calendar.equals(calendarCopy) is " +</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a:buClr>
                <a:srgbClr val="7030A0"/>
              </a:buClr>
              <a:buNone/>
            </a:pP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  calendar.equals(calendarCopy));</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buClr>
                <a:srgbClr val="7030A0"/>
              </a:buClr>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显示</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a:buClr>
                <a:srgbClr val="7030A0"/>
              </a:buClr>
              <a:buNone/>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calendar == calendarCopy is false</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a:buNone/>
            </a:pPr>
            <a:r>
              <a:rPr lang="en-US" altLang="zh-CN" sz="2000" dirty="0">
                <a:ea typeface="宋体" panose="02010600030101010101" pitchFamily="2" charset="-122"/>
              </a:rPr>
              <a:t>calendar.equals(calendarCopy) is true  </a:t>
            </a:r>
            <a:endParaRPr lang="en-US" altLang="zh-CN" sz="2400" dirty="0">
              <a:latin typeface="Courier"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Slide Number Placeholder 2"/>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en-US" altLang="en-US" sz="1400" dirty="0"/>
            </a:fld>
            <a:endParaRPr lang="en-US" altLang="en-US" sz="1400" dirty="0"/>
          </a:p>
        </p:txBody>
      </p:sp>
      <p:sp>
        <p:nvSpPr>
          <p:cNvPr id="34819" name="Slide Number Placeholder 4"/>
          <p:cNvSpPr txBox="1">
            <a:spLocks noGrp="1"/>
          </p:cNvSpPr>
          <p:nvPr/>
        </p:nvSpPr>
        <p:spPr>
          <a:xfrm>
            <a:off x="6553200" y="6399213"/>
            <a:ext cx="1905000" cy="457200"/>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lgn="r">
              <a:spcBef>
                <a:spcPct val="0"/>
              </a:spcBef>
              <a:buClrTx/>
              <a:buSzTx/>
              <a:buFontTx/>
              <a:buNone/>
            </a:pPr>
            <a:fld id="{9A0DB2DC-4C9A-4742-B13C-FB6460FD3503}" type="slidenum">
              <a:rPr lang="en-US" altLang="en-US" sz="1400" dirty="0"/>
            </a:fld>
            <a:endParaRPr lang="en-US" altLang="en-US" sz="1400" dirty="0"/>
          </a:p>
        </p:txBody>
      </p:sp>
      <p:sp>
        <p:nvSpPr>
          <p:cNvPr id="34820" name="Rectangle 2"/>
          <p:cNvSpPr>
            <a:spLocks noGrp="1"/>
          </p:cNvSpPr>
          <p:nvPr>
            <p:ph type="title" idx="4294967295"/>
          </p:nvPr>
        </p:nvSpPr>
        <p:spPr>
          <a:xfrm>
            <a:off x="411480" y="121920"/>
            <a:ext cx="7772400" cy="685800"/>
          </a:xfrm>
        </p:spPr>
        <p:txBody>
          <a:bodyPr vert="horz" wrap="square" lIns="92075" tIns="46038" rIns="92075" bIns="46038" anchor="ctr"/>
          <a:p>
            <a:r>
              <a:rPr lang="zh-CN" altLang="en-US" b="0" dirty="0">
                <a:solidFill>
                  <a:schemeClr val="tx1"/>
                </a:solidFill>
                <a:latin typeface="Book Antiqua" panose="02040602050305030304" pitchFamily="18" charset="0"/>
              </a:rPr>
              <a:t>浅复制和深复制</a:t>
            </a:r>
            <a:endParaRPr lang="zh-CN" altLang="en-US" b="0" dirty="0">
              <a:solidFill>
                <a:schemeClr val="tx1"/>
              </a:solidFill>
              <a:latin typeface="Book Antiqua" panose="02040602050305030304" pitchFamily="18" charset="0"/>
            </a:endParaRPr>
          </a:p>
        </p:txBody>
      </p:sp>
      <p:sp>
        <p:nvSpPr>
          <p:cNvPr id="34821" name="Rectangle 3"/>
          <p:cNvSpPr/>
          <p:nvPr/>
        </p:nvSpPr>
        <p:spPr>
          <a:xfrm>
            <a:off x="2343150" y="2312988"/>
            <a:ext cx="9144000" cy="0"/>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en-US" altLang="en-US" sz="2400" dirty="0"/>
          </a:p>
        </p:txBody>
      </p:sp>
      <p:sp>
        <p:nvSpPr>
          <p:cNvPr id="34822" name="Rectangle 6"/>
          <p:cNvSpPr/>
          <p:nvPr/>
        </p:nvSpPr>
        <p:spPr>
          <a:xfrm>
            <a:off x="2343150" y="2400300"/>
            <a:ext cx="9144000" cy="0"/>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en-US" altLang="en-US" sz="2400" dirty="0"/>
          </a:p>
        </p:txBody>
      </p:sp>
      <p:sp>
        <p:nvSpPr>
          <p:cNvPr id="34823" name="Rectangle 8"/>
          <p:cNvSpPr/>
          <p:nvPr/>
        </p:nvSpPr>
        <p:spPr>
          <a:xfrm>
            <a:off x="2543175" y="2457450"/>
            <a:ext cx="9144000" cy="0"/>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en-US" altLang="en-US" sz="2400" dirty="0"/>
          </a:p>
        </p:txBody>
      </p:sp>
      <p:sp>
        <p:nvSpPr>
          <p:cNvPr id="34824" name="Rectangle 10"/>
          <p:cNvSpPr/>
          <p:nvPr/>
        </p:nvSpPr>
        <p:spPr>
          <a:xfrm>
            <a:off x="2543175" y="2457450"/>
            <a:ext cx="9144000" cy="0"/>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en-US" altLang="en-US" sz="2400" dirty="0"/>
          </a:p>
        </p:txBody>
      </p:sp>
      <p:sp>
        <p:nvSpPr>
          <p:cNvPr id="34825" name="Text Box 11"/>
          <p:cNvSpPr txBox="1"/>
          <p:nvPr/>
        </p:nvSpPr>
        <p:spPr>
          <a:xfrm>
            <a:off x="1219200" y="1524000"/>
            <a:ext cx="6705600" cy="457200"/>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50000"/>
              </a:spcBef>
              <a:buClrTx/>
              <a:buSzTx/>
              <a:buFontTx/>
              <a:buNone/>
            </a:pPr>
            <a:endParaRPr lang="en-US" altLang="en-US" sz="2400" dirty="0"/>
          </a:p>
        </p:txBody>
      </p:sp>
      <p:sp>
        <p:nvSpPr>
          <p:cNvPr id="34826" name="Text Box 12"/>
          <p:cNvSpPr txBox="1"/>
          <p:nvPr/>
        </p:nvSpPr>
        <p:spPr>
          <a:xfrm>
            <a:off x="457200" y="1371600"/>
            <a:ext cx="8153400" cy="1016000"/>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en-US" sz="2400" dirty="0"/>
              <a:t>House house1 = new House(1, 1750.50);</a:t>
            </a:r>
            <a:endParaRPr lang="en-US" altLang="en-US" sz="2400" dirty="0"/>
          </a:p>
          <a:p>
            <a:pPr marL="0" lvl="0" indent="0">
              <a:spcBef>
                <a:spcPct val="50000"/>
              </a:spcBef>
              <a:buClrTx/>
              <a:buSzTx/>
              <a:buFontTx/>
              <a:buNone/>
            </a:pPr>
            <a:r>
              <a:rPr lang="en-US" altLang="en-US" sz="2400" dirty="0"/>
              <a:t>House house2 = (House)house1.clone();</a:t>
            </a:r>
            <a:endParaRPr lang="en-US" altLang="en-US" sz="2400" dirty="0"/>
          </a:p>
        </p:txBody>
      </p:sp>
      <p:sp>
        <p:nvSpPr>
          <p:cNvPr id="34827" name="Rectangle 2"/>
          <p:cNvSpPr/>
          <p:nvPr/>
        </p:nvSpPr>
        <p:spPr>
          <a:xfrm>
            <a:off x="104458" y="3343275"/>
            <a:ext cx="2438400" cy="1533525"/>
          </a:xfrm>
          <a:prstGeom prst="rect">
            <a:avLst/>
          </a:prstGeom>
          <a:noFill/>
          <a:ln w="9525">
            <a:noFill/>
          </a:ln>
        </p:spPr>
        <p:txBody>
          <a:bodyPr lIns="92075" tIns="46038" rIns="92075" bIns="46038"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lgn="l">
              <a:spcBef>
                <a:spcPct val="0"/>
              </a:spcBef>
              <a:buClrTx/>
              <a:buSzTx/>
              <a:buFontTx/>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默认的</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Clone</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方法实现一个浅复制</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4828" name="Picture 14"/>
          <p:cNvPicPr>
            <a:picLocks noChangeAspect="1"/>
          </p:cNvPicPr>
          <p:nvPr/>
        </p:nvPicPr>
        <p:blipFill>
          <a:blip r:embed="rId1"/>
          <a:stretch>
            <a:fillRect/>
          </a:stretch>
        </p:blipFill>
        <p:spPr>
          <a:xfrm>
            <a:off x="2819400" y="2457450"/>
            <a:ext cx="5286375" cy="4108450"/>
          </a:xfrm>
          <a:prstGeom prst="rect">
            <a:avLst/>
          </a:prstGeom>
          <a:noFill/>
          <a:ln w="12700">
            <a:noFill/>
          </a:ln>
        </p:spPr>
      </p:pic>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Slide Number Placeholder 2"/>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en-US" altLang="en-US" sz="1400" dirty="0"/>
            </a:fld>
            <a:endParaRPr lang="en-US" altLang="en-US" sz="1400" dirty="0"/>
          </a:p>
        </p:txBody>
      </p:sp>
      <p:sp>
        <p:nvSpPr>
          <p:cNvPr id="35843" name="Slide Number Placeholder 4"/>
          <p:cNvSpPr txBox="1">
            <a:spLocks noGrp="1"/>
          </p:cNvSpPr>
          <p:nvPr/>
        </p:nvSpPr>
        <p:spPr>
          <a:xfrm>
            <a:off x="6553200" y="6399213"/>
            <a:ext cx="1905000" cy="457200"/>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lgn="r">
              <a:spcBef>
                <a:spcPct val="0"/>
              </a:spcBef>
              <a:buClrTx/>
              <a:buSzTx/>
              <a:buFontTx/>
              <a:buNone/>
            </a:pPr>
            <a:fld id="{9A0DB2DC-4C9A-4742-B13C-FB6460FD3503}" type="slidenum">
              <a:rPr lang="en-US" altLang="en-US" sz="1400" dirty="0"/>
            </a:fld>
            <a:endParaRPr lang="en-US" altLang="en-US" sz="1400" dirty="0"/>
          </a:p>
        </p:txBody>
      </p:sp>
      <p:sp>
        <p:nvSpPr>
          <p:cNvPr id="35845" name="Rectangle 3"/>
          <p:cNvSpPr/>
          <p:nvPr/>
        </p:nvSpPr>
        <p:spPr>
          <a:xfrm>
            <a:off x="2343150" y="2312988"/>
            <a:ext cx="9144000" cy="0"/>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en-US" altLang="en-US" sz="2400" dirty="0"/>
          </a:p>
        </p:txBody>
      </p:sp>
      <p:sp>
        <p:nvSpPr>
          <p:cNvPr id="35846" name="Rectangle 6"/>
          <p:cNvSpPr/>
          <p:nvPr/>
        </p:nvSpPr>
        <p:spPr>
          <a:xfrm>
            <a:off x="2343150" y="2400300"/>
            <a:ext cx="9144000" cy="0"/>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en-US" altLang="en-US" sz="2400" dirty="0"/>
          </a:p>
        </p:txBody>
      </p:sp>
      <p:sp>
        <p:nvSpPr>
          <p:cNvPr id="35847" name="Rectangle 8"/>
          <p:cNvSpPr/>
          <p:nvPr/>
        </p:nvSpPr>
        <p:spPr>
          <a:xfrm>
            <a:off x="2543175" y="2457450"/>
            <a:ext cx="9144000" cy="0"/>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en-US" altLang="en-US" sz="2400" dirty="0"/>
          </a:p>
        </p:txBody>
      </p:sp>
      <p:sp>
        <p:nvSpPr>
          <p:cNvPr id="35848" name="Rectangle 10"/>
          <p:cNvSpPr/>
          <p:nvPr/>
        </p:nvSpPr>
        <p:spPr>
          <a:xfrm>
            <a:off x="2543175" y="2457450"/>
            <a:ext cx="9144000" cy="0"/>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en-US" altLang="en-US" sz="2400" dirty="0"/>
          </a:p>
        </p:txBody>
      </p:sp>
      <p:sp>
        <p:nvSpPr>
          <p:cNvPr id="35849" name="Text Box 11"/>
          <p:cNvSpPr txBox="1"/>
          <p:nvPr/>
        </p:nvSpPr>
        <p:spPr>
          <a:xfrm>
            <a:off x="1219200" y="1524000"/>
            <a:ext cx="6705600" cy="457200"/>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50000"/>
              </a:spcBef>
              <a:buClrTx/>
              <a:buSzTx/>
              <a:buFontTx/>
              <a:buNone/>
            </a:pPr>
            <a:endParaRPr lang="en-US" altLang="en-US" sz="2400" dirty="0"/>
          </a:p>
        </p:txBody>
      </p:sp>
      <p:sp>
        <p:nvSpPr>
          <p:cNvPr id="35851" name="Rectangle 2"/>
          <p:cNvSpPr/>
          <p:nvPr/>
        </p:nvSpPr>
        <p:spPr>
          <a:xfrm>
            <a:off x="0" y="728980"/>
            <a:ext cx="4669790" cy="703580"/>
          </a:xfrm>
          <a:prstGeom prst="rect">
            <a:avLst/>
          </a:prstGeom>
          <a:noFill/>
          <a:ln w="9525">
            <a:noFill/>
          </a:ln>
        </p:spPr>
        <p:txBody>
          <a:bodyPr lIns="92075" tIns="46038" rIns="92075" bIns="46038"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lgn="ctr">
              <a:spcBef>
                <a:spcPct val="0"/>
              </a:spcBef>
              <a:buClrTx/>
              <a:buSzTx/>
              <a:buFontTx/>
              <a:buNone/>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定制</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Clone</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方法执行深复制</a:t>
            </a:r>
            <a:endParaRPr lang="zh-CN" altLang="en-US" sz="28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5852" name="Picture 14"/>
          <p:cNvPicPr>
            <a:picLocks noChangeAspect="1"/>
          </p:cNvPicPr>
          <p:nvPr/>
        </p:nvPicPr>
        <p:blipFill>
          <a:blip r:embed="rId1"/>
          <a:stretch>
            <a:fillRect/>
          </a:stretch>
        </p:blipFill>
        <p:spPr>
          <a:xfrm>
            <a:off x="2983865" y="2698115"/>
            <a:ext cx="4480560" cy="3550285"/>
          </a:xfrm>
          <a:prstGeom prst="rect">
            <a:avLst/>
          </a:prstGeom>
          <a:noFill/>
          <a:ln w="12700">
            <a:noFill/>
          </a:ln>
        </p:spPr>
      </p:pic>
      <p:sp>
        <p:nvSpPr>
          <p:cNvPr id="2" name="文本框 1"/>
          <p:cNvSpPr txBox="1"/>
          <p:nvPr/>
        </p:nvSpPr>
        <p:spPr>
          <a:xfrm>
            <a:off x="114300" y="1242695"/>
            <a:ext cx="8249285" cy="1678305"/>
          </a:xfrm>
          <a:prstGeom prst="rect">
            <a:avLst/>
          </a:prstGeom>
          <a:noFill/>
        </p:spPr>
        <p:txBody>
          <a:bodyPr wrap="square" rtlCol="0" anchor="t">
            <a:spAutoFit/>
          </a:bodyPr>
          <a:p>
            <a:pPr>
              <a:lnSpc>
                <a:spcPct val="120000"/>
              </a:lnSpc>
            </a:pPr>
            <a:r>
              <a:rPr lang="zh-CN" altLang="en-US" sz="1600" dirty="0" err="1" smtClean="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mn-ea"/>
              </a:rPr>
              <a:t>  </a:t>
            </a:r>
            <a:r>
              <a:rPr lang="zh-CN" altLang="en-US" sz="1400" b="1" dirty="0" err="1" smtClean="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mn-ea"/>
              </a:rPr>
              <a:t>@Override </a:t>
            </a:r>
            <a:endParaRPr lang="zh-CN" altLang="en-US" sz="1400" b="1" dirty="0" err="1" smtClean="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a:p>
            <a:pPr>
              <a:lnSpc>
                <a:spcPct val="120000"/>
              </a:lnSpc>
            </a:pPr>
            <a:r>
              <a:rPr lang="zh-CN" altLang="en-US" sz="1400" b="1" dirty="0" err="1" smtClean="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mn-ea"/>
              </a:rPr>
              <a:t>  public Object clone() {</a:t>
            </a:r>
            <a:endParaRPr lang="zh-CN" altLang="en-US" sz="1400" b="1" dirty="0" err="1" smtClean="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a:p>
            <a:pPr>
              <a:lnSpc>
                <a:spcPct val="120000"/>
              </a:lnSpc>
            </a:pPr>
            <a:r>
              <a:rPr lang="zh-CN" altLang="en-US" sz="1400" b="1" dirty="0" err="1" smtClean="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mn-ea"/>
              </a:rPr>
              <a:t>      </a:t>
            </a:r>
            <a:r>
              <a:rPr lang="en-US" altLang="zh-CN" sz="1400" b="1" dirty="0" err="1" smtClean="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mn-ea"/>
              </a:rPr>
              <a:t>House hourseClone=(House)supper.clone();</a:t>
            </a:r>
            <a:endParaRPr lang="en-US" altLang="zh-CN" sz="1400" b="1" dirty="0" err="1" smtClean="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mn-ea"/>
            </a:endParaRPr>
          </a:p>
          <a:p>
            <a:pPr>
              <a:lnSpc>
                <a:spcPct val="120000"/>
              </a:lnSpc>
            </a:pPr>
            <a:r>
              <a:rPr lang="en-US" altLang="zh-CN" sz="1400" b="1" dirty="0" err="1" smtClean="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mn-ea"/>
              </a:rPr>
              <a:t>      hourseClone.whenBuilt=(java.util.Date)(whenBuilt.clone());</a:t>
            </a:r>
            <a:r>
              <a:rPr lang="zh-CN" altLang="en-US" sz="1400" b="1" dirty="0" err="1" smtClean="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mn-ea"/>
              </a:rPr>
              <a:t>  </a:t>
            </a:r>
            <a:endParaRPr lang="zh-CN" altLang="en-US" sz="1400" b="1" dirty="0" err="1" smtClean="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mn-ea"/>
            </a:endParaRPr>
          </a:p>
          <a:p>
            <a:pPr>
              <a:lnSpc>
                <a:spcPct val="120000"/>
              </a:lnSpc>
            </a:pPr>
            <a:r>
              <a:rPr lang="zh-CN" altLang="en-US" sz="1400" b="1" dirty="0" err="1" smtClean="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mn-ea"/>
              </a:rPr>
              <a:t>      </a:t>
            </a:r>
            <a:r>
              <a:rPr lang="en-US" altLang="zh-CN" sz="1400" b="1" dirty="0" err="1" smtClean="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mn-ea"/>
              </a:rPr>
              <a:t>return  </a:t>
            </a:r>
            <a:r>
              <a:rPr lang="en-US" altLang="zh-CN" sz="1400" b="1" dirty="0" err="1" smtClean="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mn-ea"/>
              </a:rPr>
              <a:t>hourseClone;</a:t>
            </a:r>
            <a:endParaRPr lang="zh-CN" altLang="en-US" sz="1400" b="1" dirty="0" err="1" smtClean="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mn-ea"/>
            </a:endParaRPr>
          </a:p>
          <a:p>
            <a:pPr>
              <a:lnSpc>
                <a:spcPct val="120000"/>
              </a:lnSpc>
            </a:pPr>
            <a:r>
              <a:rPr lang="zh-CN" altLang="en-US" sz="1400" b="1" dirty="0" err="1" smtClean="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mn-ea"/>
              </a:rPr>
              <a:t>  }</a:t>
            </a:r>
            <a:endParaRPr lang="zh-CN" altLang="en-US" sz="1400" b="1"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灯片编号占位符 2"/>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38915" name="Slide Number Placeholder 4"/>
          <p:cNvSpPr txBox="1">
            <a:spLocks noGrp="1"/>
          </p:cNvSpPr>
          <p:nvPr/>
        </p:nvSpPr>
        <p:spPr>
          <a:xfrm>
            <a:off x="6553200" y="6399213"/>
            <a:ext cx="1905000" cy="457200"/>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38916" name="Rectangle 2"/>
          <p:cNvSpPr>
            <a:spLocks noGrp="1"/>
          </p:cNvSpPr>
          <p:nvPr>
            <p:ph type="title"/>
          </p:nvPr>
        </p:nvSpPr>
        <p:spPr>
          <a:xfrm>
            <a:off x="157798" y="203881"/>
            <a:ext cx="7078190" cy="349250"/>
          </a:xfrm>
        </p:spPr>
        <p:txBody>
          <a:bodyPr vert="horz" wrap="square" lIns="92075" tIns="46038" rIns="92075" bIns="46038" anchor="ctr"/>
          <a:p>
            <a:r>
              <a:rPr lang="zh-CN" altLang="en-US" b="0" dirty="0">
                <a:latin typeface="微软雅黑" panose="020B0503020204020204" pitchFamily="34" charset="-122"/>
                <a:ea typeface="微软雅黑" panose="020B0503020204020204" pitchFamily="34" charset="-122"/>
              </a:rPr>
              <a:t>接口与抽象类比较</a:t>
            </a:r>
            <a:endParaRPr lang="en-US" altLang="zh-CN" b="0" dirty="0">
              <a:latin typeface="微软雅黑" panose="020B0503020204020204" pitchFamily="34" charset="-122"/>
              <a:ea typeface="微软雅黑" panose="020B0503020204020204" pitchFamily="34" charset="-122"/>
            </a:endParaRPr>
          </a:p>
        </p:txBody>
      </p:sp>
      <p:sp>
        <p:nvSpPr>
          <p:cNvPr id="38917" name="Rectangle 3"/>
          <p:cNvSpPr>
            <a:spLocks noGrp="1"/>
          </p:cNvSpPr>
          <p:nvPr>
            <p:ph type="body" idx="4294967295"/>
          </p:nvPr>
        </p:nvSpPr>
        <p:spPr>
          <a:xfrm>
            <a:off x="76200" y="871855"/>
            <a:ext cx="8686800" cy="1905000"/>
          </a:xfrm>
        </p:spPr>
        <p:txBody>
          <a:bodyPr vert="horz" wrap="square" lIns="92075" tIns="46038" rIns="92075" bIns="46038" anchor="t">
            <a:normAutofit/>
          </a:bodyPr>
          <a:p>
            <a:pPr marL="457200" lvl="1" indent="-342900">
              <a:lnSpc>
                <a:spcPct val="120000"/>
              </a:lnSpc>
              <a:spcAft>
                <a:spcPts val="1200"/>
              </a:spcAft>
              <a:buClr>
                <a:srgbClr val="7030A0"/>
              </a:buClr>
            </a:pPr>
            <a:r>
              <a:rPr lang="zh-CN" altLang="en-US" sz="2000" dirty="0">
                <a:latin typeface="微软雅黑" panose="020B0503020204020204" pitchFamily="34" charset="-122"/>
                <a:ea typeface="微软雅黑" panose="020B0503020204020204" pitchFamily="34" charset="-122"/>
              </a:rPr>
              <a:t>在一个接口中，所有的数据必须是常量；而一个抽象类可以有任意类型的数据。</a:t>
            </a:r>
            <a:endParaRPr lang="en-US" altLang="zh-CN" sz="2000" dirty="0">
              <a:latin typeface="微软雅黑" panose="020B0503020204020204" pitchFamily="34" charset="-122"/>
              <a:ea typeface="微软雅黑" panose="020B0503020204020204" pitchFamily="34" charset="-122"/>
            </a:endParaRPr>
          </a:p>
          <a:p>
            <a:pPr marL="457200" lvl="1" indent="-342900">
              <a:lnSpc>
                <a:spcPct val="120000"/>
              </a:lnSpc>
              <a:spcAft>
                <a:spcPts val="1200"/>
              </a:spcAft>
              <a:buClr>
                <a:srgbClr val="7030A0"/>
              </a:buClr>
            </a:pPr>
            <a:r>
              <a:rPr lang="zh-CN" altLang="en-US" sz="2000" dirty="0">
                <a:latin typeface="微软雅黑" panose="020B0503020204020204" pitchFamily="34" charset="-122"/>
                <a:ea typeface="微软雅黑" panose="020B0503020204020204" pitchFamily="34" charset="-122"/>
              </a:rPr>
              <a:t>接口中的方法只有签名而没有实现；而一个抽象类可以有具体的方法。</a:t>
            </a:r>
            <a:endParaRPr lang="en-US" altLang="zh-CN" sz="2000" dirty="0">
              <a:latin typeface="微软雅黑" panose="020B0503020204020204" pitchFamily="34" charset="-122"/>
              <a:ea typeface="微软雅黑" panose="020B0503020204020204" pitchFamily="34" charset="-122"/>
            </a:endParaRPr>
          </a:p>
        </p:txBody>
      </p:sp>
      <p:sp>
        <p:nvSpPr>
          <p:cNvPr id="38918" name="Rectangle 4"/>
          <p:cNvSpPr/>
          <p:nvPr/>
        </p:nvSpPr>
        <p:spPr>
          <a:xfrm>
            <a:off x="0" y="2316163"/>
            <a:ext cx="309880" cy="460375"/>
          </a:xfrm>
          <a:prstGeom prst="rect">
            <a:avLst/>
          </a:prstGeom>
          <a:noFill/>
          <a:ln w="12700">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0"/>
              </a:spcBef>
              <a:buClrTx/>
              <a:buSzTx/>
              <a:buFontTx/>
              <a:buNone/>
            </a:pPr>
            <a:endParaRPr lang="zh-CN" altLang="zh-CN" sz="2400" dirty="0">
              <a:ea typeface="宋体" panose="02010600030101010101" pitchFamily="2" charset="-122"/>
            </a:endParaRPr>
          </a:p>
        </p:txBody>
      </p:sp>
      <p:graphicFrame>
        <p:nvGraphicFramePr>
          <p:cNvPr id="38943" name="Group 31"/>
          <p:cNvGraphicFramePr>
            <a:graphicFrameLocks noGrp="1"/>
          </p:cNvGraphicFramePr>
          <p:nvPr>
            <p:custDataLst>
              <p:tags r:id="rId1"/>
            </p:custDataLst>
          </p:nvPr>
        </p:nvGraphicFramePr>
        <p:xfrm>
          <a:off x="419100" y="2438400"/>
          <a:ext cx="8153400" cy="2971801"/>
        </p:xfrm>
        <a:graphic>
          <a:graphicData uri="http://schemas.openxmlformats.org/drawingml/2006/table">
            <a:tbl>
              <a:tblPr/>
              <a:tblGrid>
                <a:gridCol w="985838"/>
                <a:gridCol w="1601787"/>
                <a:gridCol w="3584575"/>
                <a:gridCol w="1981200"/>
              </a:tblGrid>
              <a:tr h="814388">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marL="742950" indent="-285750">
                        <a:spcBef>
                          <a:spcPct val="20000"/>
                        </a:spcBef>
                        <a:buClr>
                          <a:schemeClr val="tx1"/>
                        </a:buClr>
                        <a:defRPr sz="24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marL="1600200" indent="-228600">
                        <a:spcBef>
                          <a:spcPct val="20000"/>
                        </a:spcBef>
                        <a:buClr>
                          <a:schemeClr val="tx1"/>
                        </a:buClr>
                        <a:defRPr>
                          <a:solidFill>
                            <a:schemeClr val="tx1"/>
                          </a:solidFill>
                          <a:latin typeface="Times New Roman" panose="02020603050405020304" pitchFamily="18" charset="0"/>
                        </a:defRPr>
                      </a:lvl4pPr>
                      <a:lvl5pPr marL="2057400" indent="-228600">
                        <a:spcBef>
                          <a:spcPct val="20000"/>
                        </a:spcBef>
                        <a:buClr>
                          <a:schemeClr val="tx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0" lang="zh-CN" altLang="zh-CN" sz="4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a:spcBef>
                          <a:spcPct val="20000"/>
                        </a:spcBef>
                        <a:buClr>
                          <a:schemeClr val="tx2"/>
                        </a:buClr>
                        <a:buSzPct val="75000"/>
                        <a:buFont typeface="Monotype Sorts" pitchFamily="2" charset="2"/>
                        <a:tabLst>
                          <a:tab pos="2286000" algn="l"/>
                          <a:tab pos="3886200" algn="l"/>
                        </a:tabLst>
                        <a:defRPr sz="2800">
                          <a:solidFill>
                            <a:schemeClr val="tx1"/>
                          </a:solidFill>
                          <a:latin typeface="Times New Roman" panose="02020603050405020304" pitchFamily="18" charset="0"/>
                        </a:defRPr>
                      </a:lvl1pPr>
                      <a:lvl2pPr marL="742950" indent="-285750">
                        <a:spcBef>
                          <a:spcPct val="20000"/>
                        </a:spcBef>
                        <a:buClr>
                          <a:schemeClr val="tx1"/>
                        </a:buClr>
                        <a:tabLst>
                          <a:tab pos="2286000" algn="l"/>
                          <a:tab pos="3886200" algn="l"/>
                        </a:tabLst>
                        <a:defRPr sz="24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tabLst>
                          <a:tab pos="2286000" algn="l"/>
                          <a:tab pos="3886200" algn="l"/>
                        </a:tabLst>
                        <a:defRPr sz="2000">
                          <a:solidFill>
                            <a:schemeClr val="tx1"/>
                          </a:solidFill>
                          <a:latin typeface="Times New Roman" panose="02020603050405020304" pitchFamily="18" charset="0"/>
                        </a:defRPr>
                      </a:lvl3pPr>
                      <a:lvl4pPr marL="1600200" indent="-228600">
                        <a:spcBef>
                          <a:spcPct val="20000"/>
                        </a:spcBef>
                        <a:buClr>
                          <a:schemeClr val="tx1"/>
                        </a:buClr>
                        <a:tabLst>
                          <a:tab pos="2286000" algn="l"/>
                          <a:tab pos="3886200" algn="l"/>
                        </a:tabLst>
                        <a:defRPr>
                          <a:solidFill>
                            <a:schemeClr val="tx1"/>
                          </a:solidFill>
                          <a:latin typeface="Times New Roman" panose="02020603050405020304" pitchFamily="18" charset="0"/>
                        </a:defRPr>
                      </a:lvl4pPr>
                      <a:lvl5pPr marL="2057400" indent="-228600">
                        <a:spcBef>
                          <a:spcPct val="20000"/>
                        </a:spcBef>
                        <a:buClr>
                          <a:schemeClr val="tx2"/>
                        </a:buClr>
                        <a:tabLst>
                          <a:tab pos="2286000" algn="l"/>
                          <a:tab pos="3886200" algn="l"/>
                        </a:tabLst>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2286000" algn="l"/>
                          <a:tab pos="3886200" algn="l"/>
                        </a:tabLst>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变量</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a:spcBef>
                          <a:spcPct val="20000"/>
                        </a:spcBef>
                        <a:buClr>
                          <a:schemeClr val="tx2"/>
                        </a:buClr>
                        <a:buSzPct val="75000"/>
                        <a:buFont typeface="Monotype Sorts" pitchFamily="2" charset="2"/>
                        <a:tabLst>
                          <a:tab pos="2286000" algn="l"/>
                          <a:tab pos="3886200" algn="l"/>
                        </a:tabLst>
                        <a:defRPr sz="2800">
                          <a:solidFill>
                            <a:schemeClr val="tx1"/>
                          </a:solidFill>
                          <a:latin typeface="Times New Roman" panose="02020603050405020304" pitchFamily="18" charset="0"/>
                        </a:defRPr>
                      </a:lvl1pPr>
                      <a:lvl2pPr marL="742950" indent="-285750">
                        <a:spcBef>
                          <a:spcPct val="20000"/>
                        </a:spcBef>
                        <a:buClr>
                          <a:schemeClr val="tx1"/>
                        </a:buClr>
                        <a:tabLst>
                          <a:tab pos="2286000" algn="l"/>
                          <a:tab pos="3886200" algn="l"/>
                        </a:tabLst>
                        <a:defRPr sz="24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tabLst>
                          <a:tab pos="2286000" algn="l"/>
                          <a:tab pos="3886200" algn="l"/>
                        </a:tabLst>
                        <a:defRPr sz="2000">
                          <a:solidFill>
                            <a:schemeClr val="tx1"/>
                          </a:solidFill>
                          <a:latin typeface="Times New Roman" panose="02020603050405020304" pitchFamily="18" charset="0"/>
                        </a:defRPr>
                      </a:lvl3pPr>
                      <a:lvl4pPr marL="1600200" indent="-228600">
                        <a:spcBef>
                          <a:spcPct val="20000"/>
                        </a:spcBef>
                        <a:buClr>
                          <a:schemeClr val="tx1"/>
                        </a:buClr>
                        <a:tabLst>
                          <a:tab pos="2286000" algn="l"/>
                          <a:tab pos="3886200" algn="l"/>
                        </a:tabLst>
                        <a:defRPr>
                          <a:solidFill>
                            <a:schemeClr val="tx1"/>
                          </a:solidFill>
                          <a:latin typeface="Times New Roman" panose="02020603050405020304" pitchFamily="18" charset="0"/>
                        </a:defRPr>
                      </a:lvl4pPr>
                      <a:lvl5pPr marL="2057400" indent="-228600">
                        <a:spcBef>
                          <a:spcPct val="20000"/>
                        </a:spcBef>
                        <a:buClr>
                          <a:schemeClr val="tx2"/>
                        </a:buClr>
                        <a:tabLst>
                          <a:tab pos="2286000" algn="l"/>
                          <a:tab pos="3886200" algn="l"/>
                        </a:tabLst>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2286000" algn="l"/>
                          <a:tab pos="3886200" algn="l"/>
                        </a:tabLst>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构造方法</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a:spcBef>
                          <a:spcPct val="20000"/>
                        </a:spcBef>
                        <a:buClr>
                          <a:schemeClr val="tx2"/>
                        </a:buClr>
                        <a:buSzPct val="75000"/>
                        <a:buFont typeface="Monotype Sorts" pitchFamily="2" charset="2"/>
                        <a:tabLst>
                          <a:tab pos="2286000" algn="l"/>
                          <a:tab pos="3886200" algn="l"/>
                        </a:tabLst>
                        <a:defRPr sz="2800">
                          <a:solidFill>
                            <a:schemeClr val="tx1"/>
                          </a:solidFill>
                          <a:latin typeface="Times New Roman" panose="02020603050405020304" pitchFamily="18" charset="0"/>
                        </a:defRPr>
                      </a:lvl1pPr>
                      <a:lvl2pPr marL="742950" indent="-285750">
                        <a:spcBef>
                          <a:spcPct val="20000"/>
                        </a:spcBef>
                        <a:buClr>
                          <a:schemeClr val="tx1"/>
                        </a:buClr>
                        <a:tabLst>
                          <a:tab pos="2286000" algn="l"/>
                          <a:tab pos="3886200" algn="l"/>
                        </a:tabLst>
                        <a:defRPr sz="24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tabLst>
                          <a:tab pos="2286000" algn="l"/>
                          <a:tab pos="3886200" algn="l"/>
                        </a:tabLst>
                        <a:defRPr sz="2000">
                          <a:solidFill>
                            <a:schemeClr val="tx1"/>
                          </a:solidFill>
                          <a:latin typeface="Times New Roman" panose="02020603050405020304" pitchFamily="18" charset="0"/>
                        </a:defRPr>
                      </a:lvl3pPr>
                      <a:lvl4pPr marL="1600200" indent="-228600">
                        <a:spcBef>
                          <a:spcPct val="20000"/>
                        </a:spcBef>
                        <a:buClr>
                          <a:schemeClr val="tx1"/>
                        </a:buClr>
                        <a:tabLst>
                          <a:tab pos="2286000" algn="l"/>
                          <a:tab pos="3886200" algn="l"/>
                        </a:tabLst>
                        <a:defRPr>
                          <a:solidFill>
                            <a:schemeClr val="tx1"/>
                          </a:solidFill>
                          <a:latin typeface="Times New Roman" panose="02020603050405020304" pitchFamily="18" charset="0"/>
                        </a:defRPr>
                      </a:lvl4pPr>
                      <a:lvl5pPr marL="2057400" indent="-228600">
                        <a:spcBef>
                          <a:spcPct val="20000"/>
                        </a:spcBef>
                        <a:buClr>
                          <a:schemeClr val="tx2"/>
                        </a:buClr>
                        <a:tabLst>
                          <a:tab pos="2286000" algn="l"/>
                          <a:tab pos="3886200" algn="l"/>
                        </a:tabLst>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2286000" algn="l"/>
                          <a:tab pos="3886200" algn="l"/>
                        </a:tabLst>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方法</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r>
              <a:tr h="1216025">
                <a:tc>
                  <a:txBody>
                    <a:bodyPr/>
                    <a:lstStyle>
                      <a:lvl1pPr>
                        <a:spcBef>
                          <a:spcPct val="20000"/>
                        </a:spcBef>
                        <a:buClr>
                          <a:schemeClr val="tx2"/>
                        </a:buClr>
                        <a:buSzPct val="75000"/>
                        <a:buFont typeface="Monotype Sorts" pitchFamily="2" charset="2"/>
                        <a:tabLst>
                          <a:tab pos="2286000" algn="l"/>
                          <a:tab pos="3886200" algn="l"/>
                        </a:tabLst>
                        <a:defRPr sz="2800">
                          <a:solidFill>
                            <a:schemeClr val="tx1"/>
                          </a:solidFill>
                          <a:latin typeface="Times New Roman" panose="02020603050405020304" pitchFamily="18" charset="0"/>
                        </a:defRPr>
                      </a:lvl1pPr>
                      <a:lvl2pPr marL="742950" indent="-285750">
                        <a:spcBef>
                          <a:spcPct val="20000"/>
                        </a:spcBef>
                        <a:buClr>
                          <a:schemeClr val="tx1"/>
                        </a:buClr>
                        <a:tabLst>
                          <a:tab pos="2286000" algn="l"/>
                          <a:tab pos="3886200" algn="l"/>
                        </a:tabLst>
                        <a:defRPr sz="24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tabLst>
                          <a:tab pos="2286000" algn="l"/>
                          <a:tab pos="3886200" algn="l"/>
                        </a:tabLst>
                        <a:defRPr sz="2000">
                          <a:solidFill>
                            <a:schemeClr val="tx1"/>
                          </a:solidFill>
                          <a:latin typeface="Times New Roman" panose="02020603050405020304" pitchFamily="18" charset="0"/>
                        </a:defRPr>
                      </a:lvl3pPr>
                      <a:lvl4pPr marL="1600200" indent="-228600">
                        <a:spcBef>
                          <a:spcPct val="20000"/>
                        </a:spcBef>
                        <a:buClr>
                          <a:schemeClr val="tx1"/>
                        </a:buClr>
                        <a:tabLst>
                          <a:tab pos="2286000" algn="l"/>
                          <a:tab pos="3886200" algn="l"/>
                        </a:tabLst>
                        <a:defRPr>
                          <a:solidFill>
                            <a:schemeClr val="tx1"/>
                          </a:solidFill>
                          <a:latin typeface="Times New Roman" panose="02020603050405020304" pitchFamily="18" charset="0"/>
                        </a:defRPr>
                      </a:lvl4pPr>
                      <a:lvl5pPr marL="2057400" indent="-228600">
                        <a:spcBef>
                          <a:spcPct val="20000"/>
                        </a:spcBef>
                        <a:buClr>
                          <a:schemeClr val="tx2"/>
                        </a:buClr>
                        <a:tabLst>
                          <a:tab pos="2286000" algn="l"/>
                          <a:tab pos="3886200" algn="l"/>
                        </a:tabLst>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2286000" algn="l"/>
                          <a:tab pos="3886200" algn="l"/>
                        </a:tabLst>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抽象类</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a:spcBef>
                          <a:spcPct val="20000"/>
                        </a:spcBef>
                        <a:buClr>
                          <a:schemeClr val="tx2"/>
                        </a:buClr>
                        <a:buSzPct val="75000"/>
                        <a:buFont typeface="Monotype Sorts" pitchFamily="2" charset="2"/>
                        <a:tabLst>
                          <a:tab pos="2286000" algn="l"/>
                          <a:tab pos="3886200" algn="l"/>
                        </a:tabLst>
                        <a:defRPr sz="2800">
                          <a:solidFill>
                            <a:schemeClr val="tx1"/>
                          </a:solidFill>
                          <a:latin typeface="Times New Roman" panose="02020603050405020304" pitchFamily="18" charset="0"/>
                        </a:defRPr>
                      </a:lvl1pPr>
                      <a:lvl2pPr marL="742950" indent="-285750">
                        <a:spcBef>
                          <a:spcPct val="20000"/>
                        </a:spcBef>
                        <a:buClr>
                          <a:schemeClr val="tx1"/>
                        </a:buClr>
                        <a:tabLst>
                          <a:tab pos="2286000" algn="l"/>
                          <a:tab pos="3886200" algn="l"/>
                        </a:tabLst>
                        <a:defRPr sz="24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tabLst>
                          <a:tab pos="2286000" algn="l"/>
                          <a:tab pos="3886200" algn="l"/>
                        </a:tabLst>
                        <a:defRPr sz="2000">
                          <a:solidFill>
                            <a:schemeClr val="tx1"/>
                          </a:solidFill>
                          <a:latin typeface="Times New Roman" panose="02020603050405020304" pitchFamily="18" charset="0"/>
                        </a:defRPr>
                      </a:lvl3pPr>
                      <a:lvl4pPr marL="1600200" indent="-228600">
                        <a:spcBef>
                          <a:spcPct val="20000"/>
                        </a:spcBef>
                        <a:buClr>
                          <a:schemeClr val="tx1"/>
                        </a:buClr>
                        <a:tabLst>
                          <a:tab pos="2286000" algn="l"/>
                          <a:tab pos="3886200" algn="l"/>
                        </a:tabLst>
                        <a:defRPr>
                          <a:solidFill>
                            <a:schemeClr val="tx1"/>
                          </a:solidFill>
                          <a:latin typeface="Times New Roman" panose="02020603050405020304" pitchFamily="18" charset="0"/>
                        </a:defRPr>
                      </a:lvl4pPr>
                      <a:lvl5pPr marL="2057400" indent="-228600">
                        <a:spcBef>
                          <a:spcPct val="20000"/>
                        </a:spcBef>
                        <a:buClr>
                          <a:schemeClr val="tx2"/>
                        </a:buClr>
                        <a:tabLst>
                          <a:tab pos="2286000" algn="l"/>
                          <a:tab pos="3886200" algn="l"/>
                        </a:tabLst>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2286000" algn="l"/>
                          <a:tab pos="3886200" algn="l"/>
                        </a:tabLst>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无限制</a:t>
                      </a: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a:spcBef>
                          <a:spcPct val="20000"/>
                        </a:spcBef>
                        <a:buClr>
                          <a:schemeClr val="tx2"/>
                        </a:buClr>
                        <a:buSzPct val="75000"/>
                        <a:buFont typeface="Monotype Sorts" pitchFamily="2" charset="2"/>
                        <a:tabLst>
                          <a:tab pos="2286000" algn="l"/>
                          <a:tab pos="3886200" algn="l"/>
                        </a:tabLst>
                        <a:defRPr sz="2800">
                          <a:solidFill>
                            <a:schemeClr val="tx1"/>
                          </a:solidFill>
                          <a:latin typeface="Times New Roman" panose="02020603050405020304" pitchFamily="18" charset="0"/>
                        </a:defRPr>
                      </a:lvl1pPr>
                      <a:lvl2pPr marL="742950" indent="-285750">
                        <a:spcBef>
                          <a:spcPct val="20000"/>
                        </a:spcBef>
                        <a:buClr>
                          <a:schemeClr val="tx1"/>
                        </a:buClr>
                        <a:tabLst>
                          <a:tab pos="2286000" algn="l"/>
                          <a:tab pos="3886200" algn="l"/>
                        </a:tabLst>
                        <a:defRPr sz="24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tabLst>
                          <a:tab pos="2286000" algn="l"/>
                          <a:tab pos="3886200" algn="l"/>
                        </a:tabLst>
                        <a:defRPr sz="2000">
                          <a:solidFill>
                            <a:schemeClr val="tx1"/>
                          </a:solidFill>
                          <a:latin typeface="Times New Roman" panose="02020603050405020304" pitchFamily="18" charset="0"/>
                        </a:defRPr>
                      </a:lvl3pPr>
                      <a:lvl4pPr marL="1600200" indent="-228600">
                        <a:spcBef>
                          <a:spcPct val="20000"/>
                        </a:spcBef>
                        <a:buClr>
                          <a:schemeClr val="tx1"/>
                        </a:buClr>
                        <a:tabLst>
                          <a:tab pos="2286000" algn="l"/>
                          <a:tab pos="3886200" algn="l"/>
                        </a:tabLst>
                        <a:defRPr>
                          <a:solidFill>
                            <a:schemeClr val="tx1"/>
                          </a:solidFill>
                          <a:latin typeface="Times New Roman" panose="02020603050405020304" pitchFamily="18" charset="0"/>
                        </a:defRPr>
                      </a:lvl4pPr>
                      <a:lvl5pPr marL="2057400" indent="-228600">
                        <a:spcBef>
                          <a:spcPct val="20000"/>
                        </a:spcBef>
                        <a:buClr>
                          <a:schemeClr val="tx2"/>
                        </a:buClr>
                        <a:tabLst>
                          <a:tab pos="2286000" algn="l"/>
                          <a:tab pos="3886200" algn="l"/>
                        </a:tabLst>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2286000" algn="l"/>
                          <a:tab pos="3886200" algn="l"/>
                        </a:tabLst>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子类通过构造方法链调用构造方法，抽象类不能用</a:t>
                      </a: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new</a:t>
                      </a: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操作符实例化</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a:spcBef>
                          <a:spcPct val="20000"/>
                        </a:spcBef>
                        <a:buClr>
                          <a:schemeClr val="tx2"/>
                        </a:buClr>
                        <a:buSzPct val="75000"/>
                        <a:buFont typeface="Monotype Sorts" pitchFamily="2" charset="2"/>
                        <a:tabLst>
                          <a:tab pos="2286000" algn="l"/>
                          <a:tab pos="3886200" algn="l"/>
                        </a:tabLst>
                        <a:defRPr sz="2800">
                          <a:solidFill>
                            <a:schemeClr val="tx1"/>
                          </a:solidFill>
                          <a:latin typeface="Times New Roman" panose="02020603050405020304" pitchFamily="18" charset="0"/>
                        </a:defRPr>
                      </a:lvl1pPr>
                      <a:lvl2pPr marL="742950" indent="-285750">
                        <a:spcBef>
                          <a:spcPct val="20000"/>
                        </a:spcBef>
                        <a:buClr>
                          <a:schemeClr val="tx1"/>
                        </a:buClr>
                        <a:tabLst>
                          <a:tab pos="2286000" algn="l"/>
                          <a:tab pos="3886200" algn="l"/>
                        </a:tabLst>
                        <a:defRPr sz="24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tabLst>
                          <a:tab pos="2286000" algn="l"/>
                          <a:tab pos="3886200" algn="l"/>
                        </a:tabLst>
                        <a:defRPr sz="2000">
                          <a:solidFill>
                            <a:schemeClr val="tx1"/>
                          </a:solidFill>
                          <a:latin typeface="Times New Roman" panose="02020603050405020304" pitchFamily="18" charset="0"/>
                        </a:defRPr>
                      </a:lvl3pPr>
                      <a:lvl4pPr marL="1600200" indent="-228600">
                        <a:spcBef>
                          <a:spcPct val="20000"/>
                        </a:spcBef>
                        <a:buClr>
                          <a:schemeClr val="tx1"/>
                        </a:buClr>
                        <a:tabLst>
                          <a:tab pos="2286000" algn="l"/>
                          <a:tab pos="3886200" algn="l"/>
                        </a:tabLst>
                        <a:defRPr>
                          <a:solidFill>
                            <a:schemeClr val="tx1"/>
                          </a:solidFill>
                          <a:latin typeface="Times New Roman" panose="02020603050405020304" pitchFamily="18" charset="0"/>
                        </a:defRPr>
                      </a:lvl4pPr>
                      <a:lvl5pPr marL="2057400" indent="-228600">
                        <a:spcBef>
                          <a:spcPct val="20000"/>
                        </a:spcBef>
                        <a:buClr>
                          <a:schemeClr val="tx2"/>
                        </a:buClr>
                        <a:tabLst>
                          <a:tab pos="2286000" algn="l"/>
                          <a:tab pos="3886200" algn="l"/>
                        </a:tabLst>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2286000" algn="l"/>
                          <a:tab pos="3886200" algn="l"/>
                        </a:tabLst>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无限制</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r>
              <a:tr h="941388">
                <a:tc>
                  <a:txBody>
                    <a:bodyPr/>
                    <a:lstStyle>
                      <a:lvl1pPr>
                        <a:spcBef>
                          <a:spcPct val="20000"/>
                        </a:spcBef>
                        <a:buClr>
                          <a:schemeClr val="tx2"/>
                        </a:buClr>
                        <a:buSzPct val="75000"/>
                        <a:buFont typeface="Monotype Sorts" pitchFamily="2" charset="2"/>
                        <a:tabLst>
                          <a:tab pos="2286000" algn="l"/>
                          <a:tab pos="3886200" algn="l"/>
                        </a:tabLst>
                        <a:defRPr sz="2800">
                          <a:solidFill>
                            <a:schemeClr val="tx1"/>
                          </a:solidFill>
                          <a:latin typeface="Times New Roman" panose="02020603050405020304" pitchFamily="18" charset="0"/>
                        </a:defRPr>
                      </a:lvl1pPr>
                      <a:lvl2pPr marL="742950" indent="-285750">
                        <a:spcBef>
                          <a:spcPct val="20000"/>
                        </a:spcBef>
                        <a:buClr>
                          <a:schemeClr val="tx1"/>
                        </a:buClr>
                        <a:tabLst>
                          <a:tab pos="2286000" algn="l"/>
                          <a:tab pos="3886200" algn="l"/>
                        </a:tabLst>
                        <a:defRPr sz="24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tabLst>
                          <a:tab pos="2286000" algn="l"/>
                          <a:tab pos="3886200" algn="l"/>
                        </a:tabLst>
                        <a:defRPr sz="2000">
                          <a:solidFill>
                            <a:schemeClr val="tx1"/>
                          </a:solidFill>
                          <a:latin typeface="Times New Roman" panose="02020603050405020304" pitchFamily="18" charset="0"/>
                        </a:defRPr>
                      </a:lvl3pPr>
                      <a:lvl4pPr marL="1600200" indent="-228600">
                        <a:spcBef>
                          <a:spcPct val="20000"/>
                        </a:spcBef>
                        <a:buClr>
                          <a:schemeClr val="tx1"/>
                        </a:buClr>
                        <a:tabLst>
                          <a:tab pos="2286000" algn="l"/>
                          <a:tab pos="3886200" algn="l"/>
                        </a:tabLst>
                        <a:defRPr>
                          <a:solidFill>
                            <a:schemeClr val="tx1"/>
                          </a:solidFill>
                          <a:latin typeface="Times New Roman" panose="02020603050405020304" pitchFamily="18" charset="0"/>
                        </a:defRPr>
                      </a:lvl4pPr>
                      <a:lvl5pPr marL="2057400" indent="-228600">
                        <a:spcBef>
                          <a:spcPct val="20000"/>
                        </a:spcBef>
                        <a:buClr>
                          <a:schemeClr val="tx2"/>
                        </a:buClr>
                        <a:tabLst>
                          <a:tab pos="2286000" algn="l"/>
                          <a:tab pos="3886200" algn="l"/>
                        </a:tabLst>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2286000" algn="l"/>
                          <a:tab pos="3886200" algn="l"/>
                        </a:tabLst>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接口</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a:spcBef>
                          <a:spcPct val="20000"/>
                        </a:spcBef>
                        <a:buClr>
                          <a:schemeClr val="tx2"/>
                        </a:buClr>
                        <a:buSzPct val="75000"/>
                        <a:buFont typeface="Monotype Sorts" pitchFamily="2" charset="2"/>
                        <a:tabLst>
                          <a:tab pos="2286000" algn="l"/>
                          <a:tab pos="3886200" algn="l"/>
                        </a:tabLst>
                        <a:defRPr sz="2800">
                          <a:solidFill>
                            <a:schemeClr val="tx1"/>
                          </a:solidFill>
                          <a:latin typeface="Times New Roman" panose="02020603050405020304" pitchFamily="18" charset="0"/>
                        </a:defRPr>
                      </a:lvl1pPr>
                      <a:lvl2pPr marL="742950" indent="-285750">
                        <a:spcBef>
                          <a:spcPct val="20000"/>
                        </a:spcBef>
                        <a:buClr>
                          <a:schemeClr val="tx1"/>
                        </a:buClr>
                        <a:tabLst>
                          <a:tab pos="2286000" algn="l"/>
                          <a:tab pos="3886200" algn="l"/>
                        </a:tabLst>
                        <a:defRPr sz="24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tabLst>
                          <a:tab pos="2286000" algn="l"/>
                          <a:tab pos="3886200" algn="l"/>
                        </a:tabLst>
                        <a:defRPr sz="2000">
                          <a:solidFill>
                            <a:schemeClr val="tx1"/>
                          </a:solidFill>
                          <a:latin typeface="Times New Roman" panose="02020603050405020304" pitchFamily="18" charset="0"/>
                        </a:defRPr>
                      </a:lvl3pPr>
                      <a:lvl4pPr marL="1600200" indent="-228600">
                        <a:spcBef>
                          <a:spcPct val="20000"/>
                        </a:spcBef>
                        <a:buClr>
                          <a:schemeClr val="tx1"/>
                        </a:buClr>
                        <a:tabLst>
                          <a:tab pos="2286000" algn="l"/>
                          <a:tab pos="3886200" algn="l"/>
                        </a:tabLst>
                        <a:defRPr>
                          <a:solidFill>
                            <a:schemeClr val="tx1"/>
                          </a:solidFill>
                          <a:latin typeface="Times New Roman" panose="02020603050405020304" pitchFamily="18" charset="0"/>
                        </a:defRPr>
                      </a:lvl4pPr>
                      <a:lvl5pPr marL="2057400" indent="-228600">
                        <a:spcBef>
                          <a:spcPct val="20000"/>
                        </a:spcBef>
                        <a:buClr>
                          <a:schemeClr val="tx2"/>
                        </a:buClr>
                        <a:tabLst>
                          <a:tab pos="2286000" algn="l"/>
                          <a:tab pos="3886200" algn="l"/>
                        </a:tabLst>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2286000" algn="l"/>
                          <a:tab pos="3886200" algn="l"/>
                        </a:tabLst>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所有变量必须是</a:t>
                      </a:r>
                      <a:r>
                        <a:rPr kumimoji="0" lang="en-US" altLang="zh-CN" sz="1600" b="0" i="0" u="sng"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public</a:t>
                      </a: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600" b="0" i="0" u="sng"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static</a:t>
                      </a: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600" b="0" i="0" u="sng"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final</a:t>
                      </a:r>
                      <a:endParaRPr kumimoji="0" lang="en-US" altLang="zh-CN" sz="1600" b="0" i="0" u="sng"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a:spcBef>
                          <a:spcPct val="20000"/>
                        </a:spcBef>
                        <a:buClr>
                          <a:schemeClr val="tx2"/>
                        </a:buClr>
                        <a:buSzPct val="75000"/>
                        <a:buFont typeface="Monotype Sorts" pitchFamily="2" charset="2"/>
                        <a:tabLst>
                          <a:tab pos="2286000" algn="l"/>
                          <a:tab pos="3886200" algn="l"/>
                        </a:tabLst>
                        <a:defRPr sz="2800">
                          <a:solidFill>
                            <a:schemeClr val="tx1"/>
                          </a:solidFill>
                          <a:latin typeface="Times New Roman" panose="02020603050405020304" pitchFamily="18" charset="0"/>
                        </a:defRPr>
                      </a:lvl1pPr>
                      <a:lvl2pPr marL="742950" indent="-285750">
                        <a:spcBef>
                          <a:spcPct val="20000"/>
                        </a:spcBef>
                        <a:buClr>
                          <a:schemeClr val="tx1"/>
                        </a:buClr>
                        <a:tabLst>
                          <a:tab pos="2286000" algn="l"/>
                          <a:tab pos="3886200" algn="l"/>
                        </a:tabLst>
                        <a:defRPr sz="24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tabLst>
                          <a:tab pos="2286000" algn="l"/>
                          <a:tab pos="3886200" algn="l"/>
                        </a:tabLst>
                        <a:defRPr sz="2000">
                          <a:solidFill>
                            <a:schemeClr val="tx1"/>
                          </a:solidFill>
                          <a:latin typeface="Times New Roman" panose="02020603050405020304" pitchFamily="18" charset="0"/>
                        </a:defRPr>
                      </a:lvl3pPr>
                      <a:lvl4pPr marL="1600200" indent="-228600">
                        <a:spcBef>
                          <a:spcPct val="20000"/>
                        </a:spcBef>
                        <a:buClr>
                          <a:schemeClr val="tx1"/>
                        </a:buClr>
                        <a:tabLst>
                          <a:tab pos="2286000" algn="l"/>
                          <a:tab pos="3886200" algn="l"/>
                        </a:tabLst>
                        <a:defRPr>
                          <a:solidFill>
                            <a:schemeClr val="tx1"/>
                          </a:solidFill>
                          <a:latin typeface="Times New Roman" panose="02020603050405020304" pitchFamily="18" charset="0"/>
                        </a:defRPr>
                      </a:lvl4pPr>
                      <a:lvl5pPr marL="2057400" indent="-228600">
                        <a:spcBef>
                          <a:spcPct val="20000"/>
                        </a:spcBef>
                        <a:buClr>
                          <a:schemeClr val="tx2"/>
                        </a:buClr>
                        <a:tabLst>
                          <a:tab pos="2286000" algn="l"/>
                          <a:tab pos="3886200" algn="l"/>
                        </a:tabLst>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2286000" algn="l"/>
                          <a:tab pos="3886200" algn="l"/>
                        </a:tabLst>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没有构造方法。接口不能用</a:t>
                      </a: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new</a:t>
                      </a: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操作符实例化</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a:spcBef>
                          <a:spcPct val="20000"/>
                        </a:spcBef>
                        <a:buClr>
                          <a:schemeClr val="tx2"/>
                        </a:buClr>
                        <a:buSzPct val="75000"/>
                        <a:buFont typeface="Monotype Sorts" pitchFamily="2" charset="2"/>
                        <a:tabLst>
                          <a:tab pos="2286000" algn="l"/>
                          <a:tab pos="3886200" algn="l"/>
                        </a:tabLst>
                        <a:defRPr sz="2800">
                          <a:solidFill>
                            <a:schemeClr val="tx1"/>
                          </a:solidFill>
                          <a:latin typeface="Times New Roman" panose="02020603050405020304" pitchFamily="18" charset="0"/>
                        </a:defRPr>
                      </a:lvl1pPr>
                      <a:lvl2pPr marL="742950" indent="-285750">
                        <a:spcBef>
                          <a:spcPct val="20000"/>
                        </a:spcBef>
                        <a:buClr>
                          <a:schemeClr val="tx1"/>
                        </a:buClr>
                        <a:tabLst>
                          <a:tab pos="2286000" algn="l"/>
                          <a:tab pos="3886200" algn="l"/>
                        </a:tabLst>
                        <a:defRPr sz="24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tabLst>
                          <a:tab pos="2286000" algn="l"/>
                          <a:tab pos="3886200" algn="l"/>
                        </a:tabLst>
                        <a:defRPr sz="2000">
                          <a:solidFill>
                            <a:schemeClr val="tx1"/>
                          </a:solidFill>
                          <a:latin typeface="Times New Roman" panose="02020603050405020304" pitchFamily="18" charset="0"/>
                        </a:defRPr>
                      </a:lvl3pPr>
                      <a:lvl4pPr marL="1600200" indent="-228600">
                        <a:spcBef>
                          <a:spcPct val="20000"/>
                        </a:spcBef>
                        <a:buClr>
                          <a:schemeClr val="tx1"/>
                        </a:buClr>
                        <a:tabLst>
                          <a:tab pos="2286000" algn="l"/>
                          <a:tab pos="3886200" algn="l"/>
                        </a:tabLst>
                        <a:defRPr>
                          <a:solidFill>
                            <a:schemeClr val="tx1"/>
                          </a:solidFill>
                          <a:latin typeface="Times New Roman" panose="02020603050405020304" pitchFamily="18" charset="0"/>
                        </a:defRPr>
                      </a:lvl4pPr>
                      <a:lvl5pPr marL="2057400" indent="-228600">
                        <a:spcBef>
                          <a:spcPct val="20000"/>
                        </a:spcBef>
                        <a:buClr>
                          <a:schemeClr val="tx2"/>
                        </a:buClr>
                        <a:tabLst>
                          <a:tab pos="2286000" algn="l"/>
                          <a:tab pos="3886200" algn="l"/>
                        </a:tabLst>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tabLst>
                          <a:tab pos="2286000" algn="l"/>
                          <a:tab pos="3886200" algn="l"/>
                        </a:tabLs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2286000" algn="l"/>
                          <a:tab pos="3886200" algn="l"/>
                        </a:tabLst>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所有方法必须是公共的抽象实例方法</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r>
            </a:tbl>
          </a:graphicData>
        </a:graphic>
      </p:graphicFrame>
      <p:sp>
        <p:nvSpPr>
          <p:cNvPr id="38941" name="Rectangle 82"/>
          <p:cNvSpPr/>
          <p:nvPr/>
        </p:nvSpPr>
        <p:spPr>
          <a:xfrm>
            <a:off x="0" y="4081463"/>
            <a:ext cx="309880" cy="460375"/>
          </a:xfrm>
          <a:prstGeom prst="rect">
            <a:avLst/>
          </a:prstGeom>
          <a:noFill/>
          <a:ln w="12700">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defTabSz="914400">
              <a:spcBef>
                <a:spcPct val="0"/>
              </a:spcBef>
              <a:buClrTx/>
              <a:buSzTx/>
              <a:buFontTx/>
              <a:buNone/>
              <a:tabLst>
                <a:tab pos="2286000" algn="l"/>
                <a:tab pos="3886200" algn="l"/>
              </a:tabLst>
            </a:pPr>
            <a:endParaRPr lang="zh-CN" altLang="zh-CN" sz="2400" dirty="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灯片编号占位符 2"/>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40963" name="Slide Number Placeholder 4"/>
          <p:cNvSpPr txBox="1">
            <a:spLocks noGrp="1"/>
          </p:cNvSpPr>
          <p:nvPr/>
        </p:nvSpPr>
        <p:spPr>
          <a:xfrm>
            <a:off x="6553200" y="6399213"/>
            <a:ext cx="1905000" cy="457200"/>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40965" name="Rectangle 3"/>
          <p:cNvSpPr/>
          <p:nvPr/>
        </p:nvSpPr>
        <p:spPr>
          <a:xfrm>
            <a:off x="2514600" y="2655888"/>
            <a:ext cx="9144000" cy="460375"/>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0"/>
              </a:spcBef>
              <a:buClrTx/>
              <a:buSzTx/>
              <a:buFontTx/>
              <a:buNone/>
            </a:pPr>
            <a:endParaRPr lang="zh-CN" altLang="zh-CN" sz="2400" dirty="0">
              <a:ea typeface="宋体" panose="02010600030101010101" pitchFamily="2" charset="-122"/>
            </a:endParaRPr>
          </a:p>
        </p:txBody>
      </p:sp>
      <p:graphicFrame>
        <p:nvGraphicFramePr>
          <p:cNvPr id="40966" name="Object 4"/>
          <p:cNvGraphicFramePr>
            <a:graphicFrameLocks noChangeAspect="1"/>
          </p:cNvGraphicFramePr>
          <p:nvPr/>
        </p:nvGraphicFramePr>
        <p:xfrm>
          <a:off x="914400" y="2886075"/>
          <a:ext cx="7543800" cy="2835275"/>
        </p:xfrm>
        <a:graphic>
          <a:graphicData uri="http://schemas.openxmlformats.org/presentationml/2006/ole">
            <mc:AlternateContent xmlns:mc="http://schemas.openxmlformats.org/markup-compatibility/2006">
              <mc:Choice xmlns:v="urn:schemas-microsoft-com:vml" Requires="v">
                <p:oleObj spid="_x0000_s3083" name="" r:id="rId1" imgW="4114800" imgH="1543685" progId="Word.Picture.8">
                  <p:embed/>
                </p:oleObj>
              </mc:Choice>
              <mc:Fallback>
                <p:oleObj name="" r:id="rId1" imgW="4114800" imgH="1543685" progId="Word.Picture.8">
                  <p:embed/>
                  <p:pic>
                    <p:nvPicPr>
                      <p:cNvPr id="0" name="图片 3082"/>
                      <p:cNvPicPr/>
                      <p:nvPr/>
                    </p:nvPicPr>
                    <p:blipFill>
                      <a:blip r:embed="rId2"/>
                      <a:stretch>
                        <a:fillRect/>
                      </a:stretch>
                    </p:blipFill>
                    <p:spPr>
                      <a:xfrm>
                        <a:off x="914400" y="2886075"/>
                        <a:ext cx="7543800" cy="2835275"/>
                      </a:xfrm>
                      <a:prstGeom prst="rect">
                        <a:avLst/>
                      </a:prstGeom>
                      <a:noFill/>
                      <a:ln w="38100">
                        <a:noFill/>
                        <a:miter/>
                      </a:ln>
                    </p:spPr>
                  </p:pic>
                </p:oleObj>
              </mc:Fallback>
            </mc:AlternateContent>
          </a:graphicData>
        </a:graphic>
      </p:graphicFrame>
      <p:sp>
        <p:nvSpPr>
          <p:cNvPr id="40967" name="Rectangle 5"/>
          <p:cNvSpPr>
            <a:spLocks noGrp="1"/>
          </p:cNvSpPr>
          <p:nvPr>
            <p:ph type="body" idx="4294967295"/>
          </p:nvPr>
        </p:nvSpPr>
        <p:spPr>
          <a:xfrm>
            <a:off x="0" y="5715000"/>
            <a:ext cx="8763000" cy="685800"/>
          </a:xfrm>
        </p:spPr>
        <p:txBody>
          <a:bodyPr vert="horz" wrap="square" lIns="92075" tIns="46038" rIns="92075" bIns="46038" anchor="t">
            <a:normAutofit fontScale="90000" lnSpcReduction="20000"/>
          </a:bodyPr>
          <a:p>
            <a:pPr marL="114300" lvl="1" indent="0">
              <a:lnSpc>
                <a:spcPct val="120000"/>
              </a:lnSpc>
              <a:spcAft>
                <a:spcPts val="1200"/>
              </a:spcAft>
              <a:buNone/>
            </a:pPr>
            <a:r>
              <a:rPr lang="zh-CN" altLang="en-US" sz="2000" dirty="0">
                <a:ea typeface="宋体" panose="02010600030101010101" pitchFamily="2" charset="-122"/>
              </a:rPr>
              <a:t>假设</a:t>
            </a:r>
            <a:r>
              <a:rPr lang="en-US" altLang="zh-CN" sz="2000" dirty="0">
                <a:ea typeface="宋体" panose="02010600030101010101" pitchFamily="2" charset="-122"/>
              </a:rPr>
              <a:t>c</a:t>
            </a:r>
            <a:r>
              <a:rPr lang="zh-CN" altLang="en-US" sz="2000" dirty="0">
                <a:ea typeface="宋体" panose="02010600030101010101" pitchFamily="2" charset="-122"/>
              </a:rPr>
              <a:t>是</a:t>
            </a:r>
            <a:r>
              <a:rPr lang="en-US" altLang="zh-CN" sz="2000" dirty="0">
                <a:ea typeface="宋体" panose="02010600030101010101" pitchFamily="2" charset="-122"/>
              </a:rPr>
              <a:t>Class2</a:t>
            </a:r>
            <a:r>
              <a:rPr lang="zh-CN" altLang="en-US" sz="2000" dirty="0">
                <a:ea typeface="宋体" panose="02010600030101010101" pitchFamily="2" charset="-122"/>
              </a:rPr>
              <a:t>的实例，那么</a:t>
            </a:r>
            <a:r>
              <a:rPr lang="en-US" altLang="zh-CN" sz="2000" dirty="0">
                <a:ea typeface="宋体" panose="02010600030101010101" pitchFamily="2" charset="-122"/>
              </a:rPr>
              <a:t>c</a:t>
            </a:r>
            <a:r>
              <a:rPr lang="zh-CN" altLang="en-US" sz="2000" dirty="0">
                <a:ea typeface="宋体" panose="02010600030101010101" pitchFamily="2" charset="-122"/>
              </a:rPr>
              <a:t>也是</a:t>
            </a:r>
            <a:r>
              <a:rPr lang="en-US" altLang="zh-CN" sz="2000" dirty="0">
                <a:ea typeface="宋体" panose="02010600030101010101" pitchFamily="2" charset="-122"/>
              </a:rPr>
              <a:t>Object</a:t>
            </a:r>
            <a:r>
              <a:rPr lang="zh-CN" altLang="en-US" sz="2000" dirty="0">
                <a:ea typeface="宋体" panose="02010600030101010101" pitchFamily="2" charset="-122"/>
              </a:rPr>
              <a:t>、</a:t>
            </a:r>
            <a:r>
              <a:rPr lang="en-US" altLang="zh-CN" sz="2000" dirty="0">
                <a:ea typeface="宋体" panose="02010600030101010101" pitchFamily="2" charset="-122"/>
              </a:rPr>
              <a:t>Class1</a:t>
            </a:r>
            <a:r>
              <a:rPr lang="zh-CN" altLang="en-US" sz="2000" dirty="0">
                <a:ea typeface="宋体" panose="02010600030101010101" pitchFamily="2" charset="-122"/>
              </a:rPr>
              <a:t>、</a:t>
            </a:r>
            <a:r>
              <a:rPr lang="en-US" altLang="zh-CN" sz="2000" dirty="0">
                <a:ea typeface="宋体" panose="02010600030101010101" pitchFamily="2" charset="-122"/>
              </a:rPr>
              <a:t>Interface1</a:t>
            </a:r>
            <a:r>
              <a:rPr lang="zh-CN" altLang="en-US" sz="2000" dirty="0">
                <a:ea typeface="宋体" panose="02010600030101010101" pitchFamily="2" charset="-122"/>
              </a:rPr>
              <a:t>、</a:t>
            </a:r>
            <a:r>
              <a:rPr lang="en-US" altLang="zh-CN" sz="2000" dirty="0">
                <a:ea typeface="宋体" panose="02010600030101010101" pitchFamily="2" charset="-122"/>
              </a:rPr>
              <a:t>Interface1_1</a:t>
            </a:r>
            <a:r>
              <a:rPr lang="zh-CN" altLang="en-US" sz="2000" dirty="0">
                <a:ea typeface="宋体" panose="02010600030101010101" pitchFamily="2" charset="-122"/>
              </a:rPr>
              <a:t>、 </a:t>
            </a:r>
            <a:r>
              <a:rPr lang="en-US" altLang="zh-CN" sz="2000" dirty="0">
                <a:ea typeface="宋体" panose="02010600030101010101" pitchFamily="2" charset="-122"/>
              </a:rPr>
              <a:t>Interface1_2</a:t>
            </a:r>
            <a:r>
              <a:rPr lang="zh-CN" altLang="en-US" sz="2000" dirty="0">
                <a:ea typeface="宋体" panose="02010600030101010101" pitchFamily="2" charset="-122"/>
              </a:rPr>
              <a:t>、</a:t>
            </a:r>
            <a:r>
              <a:rPr lang="en-US" altLang="zh-CN" sz="2000" dirty="0">
                <a:ea typeface="宋体" panose="02010600030101010101" pitchFamily="2" charset="-122"/>
              </a:rPr>
              <a:t>Interface2_1</a:t>
            </a:r>
            <a:r>
              <a:rPr lang="zh-CN" altLang="en-US" sz="2000" dirty="0">
                <a:ea typeface="宋体" panose="02010600030101010101" pitchFamily="2" charset="-122"/>
              </a:rPr>
              <a:t>和 </a:t>
            </a:r>
            <a:r>
              <a:rPr lang="en-US" altLang="zh-CN" sz="2000" dirty="0">
                <a:ea typeface="宋体" panose="02010600030101010101" pitchFamily="2" charset="-122"/>
              </a:rPr>
              <a:t>Interface2_2</a:t>
            </a:r>
            <a:r>
              <a:rPr lang="zh-CN" altLang="zh-CN" sz="2000" dirty="0">
                <a:ea typeface="宋体" panose="02010600030101010101" pitchFamily="2" charset="-122"/>
              </a:rPr>
              <a:t> 的实例</a:t>
            </a:r>
            <a:r>
              <a:rPr lang="zh-CN" altLang="en-US" sz="2000" dirty="0">
                <a:ea typeface="宋体" panose="02010600030101010101" pitchFamily="2" charset="-122"/>
              </a:rPr>
              <a:t>。</a:t>
            </a:r>
            <a:endParaRPr lang="zh-CN" altLang="en-US" sz="2000" dirty="0">
              <a:ea typeface="宋体" panose="02010600030101010101" pitchFamily="2" charset="-122"/>
            </a:endParaRPr>
          </a:p>
        </p:txBody>
      </p:sp>
      <p:sp>
        <p:nvSpPr>
          <p:cNvPr id="40968" name="Rectangle 7"/>
          <p:cNvSpPr/>
          <p:nvPr/>
        </p:nvSpPr>
        <p:spPr>
          <a:xfrm>
            <a:off x="304800" y="914400"/>
            <a:ext cx="8458200" cy="1981200"/>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457200" lvl="1" indent="-342900">
              <a:lnSpc>
                <a:spcPct val="120000"/>
              </a:lnSpc>
              <a:spcAft>
                <a:spcPts val="1200"/>
              </a:spcAft>
              <a:buFont typeface="Wingdings" panose="05000000000000000000" charset="0"/>
              <a:buChar char="n"/>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所有的类共享同一个根类</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Object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但是接口没有共同的根。与类相似，接口也可以定义一种类型。一个接口类型的变量可以引用任何实现该接口的类的实例。如果一个类实现了一个接口，那么这个接口就类似于该类的一个父类。可以将接口当作一种数据类型使用，将接口类型的变量转换为它的子类，反之亦然。</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灯片编号占位符 2"/>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43011" name="Slide Number Placeholder 4"/>
          <p:cNvSpPr txBox="1">
            <a:spLocks noGrp="1"/>
          </p:cNvSpPr>
          <p:nvPr/>
        </p:nvSpPr>
        <p:spPr>
          <a:xfrm>
            <a:off x="6553200" y="6399213"/>
            <a:ext cx="1905000" cy="457200"/>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43012" name="Rectangle 2"/>
          <p:cNvSpPr>
            <a:spLocks noGrp="1"/>
          </p:cNvSpPr>
          <p:nvPr>
            <p:ph type="title"/>
          </p:nvPr>
        </p:nvSpPr>
        <p:spPr>
          <a:xfrm>
            <a:off x="264478" y="196261"/>
            <a:ext cx="7078190" cy="349250"/>
          </a:xfrm>
        </p:spPr>
        <p:txBody>
          <a:bodyPr vert="horz" wrap="square" lIns="92075" tIns="46038" rIns="92075" bIns="46038" anchor="ctr"/>
          <a:p>
            <a:pPr>
              <a:buNone/>
            </a:pPr>
            <a:r>
              <a:rPr lang="zh-CN" altLang="en-US" sz="4000" b="0" dirty="0">
                <a:latin typeface="微软雅黑" panose="020B0503020204020204" pitchFamily="34" charset="-122"/>
                <a:ea typeface="微软雅黑" panose="020B0503020204020204" pitchFamily="34" charset="-122"/>
              </a:rPr>
              <a:t>使用接口还是类？</a:t>
            </a:r>
            <a:endParaRPr lang="en-US" altLang="zh-CN" sz="4000" dirty="0">
              <a:ea typeface="宋体" panose="02010600030101010101" pitchFamily="2" charset="-122"/>
            </a:endParaRPr>
          </a:p>
        </p:txBody>
      </p:sp>
      <p:sp>
        <p:nvSpPr>
          <p:cNvPr id="43013" name="Rectangle 3"/>
          <p:cNvSpPr/>
          <p:nvPr/>
        </p:nvSpPr>
        <p:spPr>
          <a:xfrm>
            <a:off x="2514600" y="2655888"/>
            <a:ext cx="9144000" cy="460375"/>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0"/>
              </a:spcBef>
              <a:buClrTx/>
              <a:buSzTx/>
              <a:buFontTx/>
              <a:buNone/>
            </a:pPr>
            <a:endParaRPr lang="zh-CN" altLang="zh-CN" sz="2400" dirty="0">
              <a:ea typeface="宋体" panose="02010600030101010101" pitchFamily="2" charset="-122"/>
            </a:endParaRPr>
          </a:p>
        </p:txBody>
      </p:sp>
      <p:sp>
        <p:nvSpPr>
          <p:cNvPr id="43014" name="Rectangle 5"/>
          <p:cNvSpPr>
            <a:spLocks noGrp="1"/>
          </p:cNvSpPr>
          <p:nvPr>
            <p:ph type="body" idx="4294967295"/>
          </p:nvPr>
        </p:nvSpPr>
        <p:spPr>
          <a:xfrm>
            <a:off x="0" y="1219200"/>
            <a:ext cx="8610600" cy="5257800"/>
          </a:xfrm>
        </p:spPr>
        <p:txBody>
          <a:bodyPr vert="horz" wrap="square" lIns="92075" tIns="46038" rIns="92075" bIns="46038" anchor="t">
            <a:normAutofit lnSpcReduction="10000"/>
          </a:bodyPr>
          <a:p>
            <a:pPr marL="457200" lvl="1" indent="-342900">
              <a:lnSpc>
                <a:spcPct val="120000"/>
              </a:lnSpc>
              <a:spcAft>
                <a:spcPts val="1200"/>
              </a:spcAft>
              <a:buClr>
                <a:srgbClr val="7030A0"/>
              </a:buClr>
              <a:buFont typeface="Wingdings" panose="05000000000000000000" charset="0"/>
              <a:buChar char="n"/>
            </a:pPr>
            <a:r>
              <a:rPr lang="zh-CN" altLang="en-US" sz="2400" dirty="0">
                <a:ea typeface="宋体" panose="02010600030101010101" pitchFamily="2" charset="-122"/>
              </a:rPr>
              <a:t>抽象类和接口都是用来建模对象的共同特征。</a:t>
            </a:r>
            <a:endParaRPr lang="zh-CN" altLang="en-US" sz="2400" dirty="0">
              <a:ea typeface="宋体" panose="02010600030101010101" pitchFamily="2" charset="-122"/>
            </a:endParaRPr>
          </a:p>
          <a:p>
            <a:pPr marL="457200" lvl="1" indent="-342900">
              <a:lnSpc>
                <a:spcPct val="120000"/>
              </a:lnSpc>
              <a:spcAft>
                <a:spcPts val="1200"/>
              </a:spcAft>
              <a:buClr>
                <a:srgbClr val="7030A0"/>
              </a:buClr>
              <a:buFont typeface="Wingdings" panose="05000000000000000000" charset="0"/>
              <a:buChar char="n"/>
            </a:pPr>
            <a:r>
              <a:rPr lang="zh-CN" altLang="en-US" sz="2400" dirty="0">
                <a:ea typeface="宋体" panose="02010600030101010101" pitchFamily="2" charset="-122"/>
              </a:rPr>
              <a:t>一般来说，详细描述父子关系的强是关系（</a:t>
            </a:r>
            <a:r>
              <a:rPr lang="en-US" altLang="zh-CN" sz="2400" dirty="0">
                <a:ea typeface="宋体" panose="02010600030101010101" pitchFamily="2" charset="-122"/>
              </a:rPr>
              <a:t>strong is-a relationship</a:t>
            </a:r>
            <a:r>
              <a:rPr lang="zh-CN" altLang="en-US" sz="2400" dirty="0">
                <a:ea typeface="宋体" panose="02010600030101010101" pitchFamily="2" charset="-122"/>
              </a:rPr>
              <a:t>）应该用类建模。例如：职员是人，所以他们的关系是用类继承建模的。</a:t>
            </a:r>
            <a:endParaRPr lang="zh-CN" altLang="en-US" sz="2400" dirty="0">
              <a:ea typeface="宋体" panose="02010600030101010101" pitchFamily="2" charset="-122"/>
            </a:endParaRPr>
          </a:p>
          <a:p>
            <a:pPr marL="457200" lvl="1" indent="-342900">
              <a:lnSpc>
                <a:spcPct val="120000"/>
              </a:lnSpc>
              <a:spcAft>
                <a:spcPts val="1200"/>
              </a:spcAft>
              <a:buClr>
                <a:srgbClr val="7030A0"/>
              </a:buClr>
              <a:buFont typeface="Wingdings" panose="05000000000000000000" charset="0"/>
              <a:buChar char="n"/>
            </a:pPr>
            <a:r>
              <a:rPr lang="zh-CN" altLang="en-US" sz="2400" dirty="0">
                <a:ea typeface="宋体" panose="02010600030101010101" pitchFamily="2" charset="-122"/>
              </a:rPr>
              <a:t>弱是关系（</a:t>
            </a:r>
            <a:r>
              <a:rPr lang="en-US" altLang="zh-CN" sz="2400" dirty="0">
                <a:ea typeface="宋体" panose="02010600030101010101" pitchFamily="2" charset="-122"/>
              </a:rPr>
              <a:t>weak is-a relationship</a:t>
            </a:r>
            <a:r>
              <a:rPr lang="zh-CN" altLang="en-US" sz="2400" dirty="0">
                <a:ea typeface="宋体" panose="02010600030101010101" pitchFamily="2" charset="-122"/>
              </a:rPr>
              <a:t>）也称为类属关系（</a:t>
            </a:r>
            <a:r>
              <a:rPr lang="en-US" altLang="zh-CN" sz="2400" dirty="0">
                <a:ea typeface="宋体" panose="02010600030101010101" pitchFamily="2" charset="-122"/>
              </a:rPr>
              <a:t>is-kind-of relationship</a:t>
            </a:r>
            <a:r>
              <a:rPr lang="zh-CN" altLang="en-US" sz="2400" dirty="0">
                <a:ea typeface="宋体" panose="02010600030101010101" pitchFamily="2" charset="-122"/>
              </a:rPr>
              <a:t>），它表明对象拥有某种属性。弱是关系可以用接口来建模。例如：所有的字符串都是可比较的，因此，</a:t>
            </a:r>
            <a:r>
              <a:rPr lang="en-US" altLang="zh-CN" sz="2400" dirty="0">
                <a:ea typeface="宋体" panose="02010600030101010101" pitchFamily="2" charset="-122"/>
              </a:rPr>
              <a:t>String</a:t>
            </a:r>
            <a:r>
              <a:rPr lang="zh-CN" altLang="en-US" sz="2400" dirty="0">
                <a:ea typeface="宋体" panose="02010600030101010101" pitchFamily="2" charset="-122"/>
              </a:rPr>
              <a:t>类实现</a:t>
            </a:r>
            <a:r>
              <a:rPr lang="en-US" altLang="zh-CN" sz="2400" dirty="0">
                <a:ea typeface="宋体" panose="02010600030101010101" pitchFamily="2" charset="-122"/>
              </a:rPr>
              <a:t>Comparable</a:t>
            </a:r>
            <a:r>
              <a:rPr lang="zh-CN" altLang="en-US" sz="2400" dirty="0">
                <a:ea typeface="宋体" panose="02010600030101010101" pitchFamily="2" charset="-122"/>
              </a:rPr>
              <a:t>接口。</a:t>
            </a:r>
            <a:endParaRPr lang="zh-CN" altLang="en-US" sz="2400" dirty="0">
              <a:ea typeface="宋体" panose="02010600030101010101" pitchFamily="2" charset="-122"/>
            </a:endParaRPr>
          </a:p>
          <a:p>
            <a:pPr marL="457200" lvl="1" indent="-342900">
              <a:lnSpc>
                <a:spcPct val="120000"/>
              </a:lnSpc>
              <a:spcAft>
                <a:spcPts val="1200"/>
              </a:spcAft>
              <a:buClr>
                <a:srgbClr val="7030A0"/>
              </a:buClr>
              <a:buFont typeface="Wingdings" panose="05000000000000000000" charset="0"/>
              <a:buChar char="n"/>
            </a:pPr>
            <a:r>
              <a:rPr lang="zh-CN" altLang="en-US" sz="2400" dirty="0">
                <a:ea typeface="宋体" panose="02010600030101010101" pitchFamily="2" charset="-122"/>
              </a:rPr>
              <a:t>如果需要多重继承的话，您还可以使用接口来规避单继承的限制。在多重继承的情况下，你必须设计一个超类，而其它作为接口。</a:t>
            </a:r>
            <a:endParaRPr lang="en-US" altLang="zh-CN" sz="2400" dirty="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灯片编号占位符 2"/>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44035" name="Slide Number Placeholder 4"/>
          <p:cNvSpPr txBox="1">
            <a:spLocks noGrp="1"/>
          </p:cNvSpPr>
          <p:nvPr/>
        </p:nvSpPr>
        <p:spPr>
          <a:xfrm>
            <a:off x="6553200" y="6399213"/>
            <a:ext cx="1905000" cy="457200"/>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44036" name="Rectangle 2"/>
          <p:cNvSpPr>
            <a:spLocks noGrp="1"/>
          </p:cNvSpPr>
          <p:nvPr>
            <p:ph type="title"/>
          </p:nvPr>
        </p:nvSpPr>
        <p:spPr>
          <a:xfrm>
            <a:off x="66358" y="203881"/>
            <a:ext cx="7078190" cy="349250"/>
          </a:xfrm>
        </p:spPr>
        <p:txBody>
          <a:bodyPr vert="horz" wrap="square" lIns="92075" tIns="46038" rIns="92075" bIns="46038" anchor="ctr"/>
          <a:p>
            <a: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rPr>
              <a:t>教材 </a:t>
            </a:r>
            <a:r>
              <a:rPr lang="en-US" altLang="zh-CN" sz="2400" b="0" dirty="0">
                <a:latin typeface="微软雅黑" panose="020B0503020204020204" pitchFamily="34" charset="-122"/>
                <a:ea typeface="微软雅黑" panose="020B0503020204020204" pitchFamily="34" charset="-122"/>
                <a:cs typeface="微软雅黑" panose="020B0503020204020204" pitchFamily="34" charset="-122"/>
              </a:rPr>
              <a:t>13.9</a:t>
            </a:r>
            <a: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rPr>
              <a:t>示例：</a:t>
            </a:r>
            <a:r>
              <a:rPr lang="en-US" altLang="zh-CN" sz="2400" b="0" dirty="0">
                <a:latin typeface="微软雅黑" panose="020B0503020204020204" pitchFamily="34" charset="-122"/>
                <a:ea typeface="微软雅黑" panose="020B0503020204020204" pitchFamily="34" charset="-122"/>
                <a:cs typeface="微软雅黑" panose="020B0503020204020204" pitchFamily="34" charset="-122"/>
              </a:rPr>
              <a:t>Rational</a:t>
            </a:r>
            <a: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rPr>
              <a:t>类</a:t>
            </a:r>
            <a:endParaRPr lang="en-US" altLang="zh-CN" sz="2400" b="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4037" name="Rectangle 6"/>
          <p:cNvSpPr/>
          <p:nvPr/>
        </p:nvSpPr>
        <p:spPr>
          <a:xfrm>
            <a:off x="2141538" y="2312988"/>
            <a:ext cx="9144000" cy="460375"/>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0"/>
              </a:spcBef>
              <a:buClrTx/>
              <a:buSzTx/>
              <a:buFontTx/>
              <a:buNone/>
            </a:pPr>
            <a:endParaRPr lang="zh-CN" altLang="zh-CN" sz="2400" dirty="0">
              <a:ea typeface="宋体" panose="02010600030101010101" pitchFamily="2" charset="-122"/>
            </a:endParaRPr>
          </a:p>
        </p:txBody>
      </p:sp>
      <p:graphicFrame>
        <p:nvGraphicFramePr>
          <p:cNvPr id="44038" name="Object 7"/>
          <p:cNvGraphicFramePr>
            <a:graphicFrameLocks noChangeAspect="1"/>
          </p:cNvGraphicFramePr>
          <p:nvPr/>
        </p:nvGraphicFramePr>
        <p:xfrm>
          <a:off x="152400" y="1143000"/>
          <a:ext cx="8766175" cy="4441825"/>
        </p:xfrm>
        <a:graphic>
          <a:graphicData uri="http://schemas.openxmlformats.org/presentationml/2006/ole">
            <mc:AlternateContent xmlns:mc="http://schemas.openxmlformats.org/markup-compatibility/2006">
              <mc:Choice xmlns:v="urn:schemas-microsoft-com:vml" Requires="v">
                <p:oleObj spid="_x0000_s3084" name="" r:id="rId1" imgW="4404360" imgH="2226310" progId="Word.Picture.8">
                  <p:embed/>
                </p:oleObj>
              </mc:Choice>
              <mc:Fallback>
                <p:oleObj name="" r:id="rId1" imgW="4404360" imgH="2226310" progId="Word.Picture.8">
                  <p:embed/>
                  <p:pic>
                    <p:nvPicPr>
                      <p:cNvPr id="0" name="图片 3083"/>
                      <p:cNvPicPr/>
                      <p:nvPr/>
                    </p:nvPicPr>
                    <p:blipFill>
                      <a:blip r:embed="rId2"/>
                      <a:stretch>
                        <a:fillRect/>
                      </a:stretch>
                    </p:blipFill>
                    <p:spPr>
                      <a:xfrm>
                        <a:off x="152400" y="1143000"/>
                        <a:ext cx="8766175" cy="4441825"/>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b="0"/>
              <a:t>类的设计原则</a:t>
            </a:r>
            <a:endParaRPr lang="zh-CN" altLang="en-US" b="0"/>
          </a:p>
        </p:txBody>
      </p:sp>
      <p:sp>
        <p:nvSpPr>
          <p:cNvPr id="3" name="内容占位符 2"/>
          <p:cNvSpPr>
            <a:spLocks noGrp="1"/>
          </p:cNvSpPr>
          <p:nvPr>
            <p:ph sz="quarter" idx="12"/>
          </p:nvPr>
        </p:nvSpPr>
        <p:spPr/>
        <p:txBody>
          <a:bodyPr/>
          <a:p>
            <a:pPr indent="0" fontAlgn="auto">
              <a:lnSpc>
                <a:spcPct val="150000"/>
              </a:lnSpc>
              <a:spcBef>
                <a:spcPts val="0"/>
              </a:spcBef>
            </a:pPr>
            <a:r>
              <a:rPr lang="zh-CN" altLang="en-US" sz="2800"/>
              <a:t>内聚性（</a:t>
            </a:r>
            <a:r>
              <a:rPr lang="zh-CN" altLang="en-US" sz="2800">
                <a:sym typeface="+mn-ea"/>
              </a:rPr>
              <a:t>单一职责</a:t>
            </a:r>
            <a:r>
              <a:rPr lang="zh-CN" altLang="en-US" sz="2800"/>
              <a:t>）</a:t>
            </a:r>
            <a:endParaRPr lang="zh-CN" altLang="en-US" sz="2800"/>
          </a:p>
          <a:p>
            <a:pPr lvl="1" indent="0" fontAlgn="auto">
              <a:lnSpc>
                <a:spcPct val="150000"/>
              </a:lnSpc>
              <a:spcBef>
                <a:spcPts val="0"/>
              </a:spcBef>
              <a:buClr>
                <a:srgbClr val="7030A0"/>
              </a:buClr>
            </a:pPr>
            <a:r>
              <a:rPr lang="zh-CN" altLang="en-US" sz="2800" dirty="0">
                <a:sym typeface="+mn-ea"/>
              </a:rPr>
              <a:t>就一个类而言，应该仅有一个引起它变化的原因</a:t>
            </a:r>
            <a:endParaRPr lang="zh-CN" altLang="en-US" sz="2800" dirty="0"/>
          </a:p>
          <a:p>
            <a:pPr lvl="1" indent="0" fontAlgn="auto">
              <a:lnSpc>
                <a:spcPct val="150000"/>
              </a:lnSpc>
              <a:spcBef>
                <a:spcPts val="0"/>
              </a:spcBef>
              <a:buClr>
                <a:srgbClr val="7030A0"/>
              </a:buClr>
            </a:pPr>
            <a:r>
              <a:rPr lang="zh-CN" altLang="en-US" sz="2800" dirty="0">
                <a:sym typeface="+mn-ea"/>
              </a:rPr>
              <a:t>如果一个类承担的职责过多，就等于把这些职责耦合在一起，一个职责的变化会削弱或者抑制这个类完成其他职责的能力</a:t>
            </a:r>
            <a:endParaRPr lang="zh-CN" altLang="en-US" sz="2800" dirty="0">
              <a:sym typeface="+mn-ea"/>
            </a:endParaRPr>
          </a:p>
          <a:p>
            <a:pPr marL="457200" lvl="1" indent="0">
              <a:buClr>
                <a:srgbClr val="7030A0"/>
              </a:buClr>
              <a:buNone/>
            </a:pPr>
            <a:endParaRPr lang="zh-CN" altLang="en-US" sz="2800"/>
          </a:p>
        </p:txBody>
      </p:sp>
      <p:sp>
        <p:nvSpPr>
          <p:cNvPr id="4" name="灯片编号占位符 3"/>
          <p:cNvSpPr>
            <a:spLocks noGrp="1"/>
          </p:cNvSpPr>
          <p:nvPr>
            <p:ph type="sldNum" sz="quarter" idx="11"/>
          </p:nvPr>
        </p:nvSpPr>
        <p:spPr/>
        <p:txBody>
          <a:bodyPr/>
          <a:p>
            <a:r>
              <a:rPr lang="en-US" altLang="zh-CN" dirty="0" smtClean="0"/>
              <a:t>P</a:t>
            </a:r>
            <a:fld id="{62DCC93C-90AC-48A1-9D9E-CBAB17A91522}" type="slidenum">
              <a:rPr lang="zh-CN" altLang="en-US" dirty="0" smtClean="0"/>
            </a:fld>
            <a:endParaRPr lang="zh-CN" alt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sz="quarter" idx="12"/>
          </p:nvPr>
        </p:nvSpPr>
        <p:spPr>
          <a:xfrm>
            <a:off x="178752" y="912495"/>
            <a:ext cx="8207376" cy="5400675"/>
          </a:xfrm>
        </p:spPr>
        <p:txBody>
          <a:bodyPr/>
          <a:p>
            <a:pPr marL="457200" lvl="1" indent="0">
              <a:buClr>
                <a:srgbClr val="7030A0"/>
              </a:buClr>
              <a:buNone/>
            </a:pPr>
            <a:r>
              <a:rPr lang="zh-CN" altLang="en-US" sz="2000">
                <a:sym typeface="+mn-ea"/>
              </a:rPr>
              <a:t>例如：</a:t>
            </a:r>
            <a:r>
              <a:rPr lang="en-US" altLang="zh-CN" sz="2000" err="1">
                <a:sym typeface="+mn-ea"/>
              </a:rPr>
              <a:t>Retangle</a:t>
            </a:r>
            <a:r>
              <a:rPr lang="zh-CN" altLang="en-US" sz="2000" dirty="0">
                <a:sym typeface="+mn-ea"/>
              </a:rPr>
              <a:t>类具有两个方法，一个方法把矩形绘制在屏幕上，另一个方法计算矩形的面积</a:t>
            </a:r>
            <a:endParaRPr lang="zh-CN" altLang="en-US" sz="2000" dirty="0"/>
          </a:p>
          <a:p>
            <a:pPr marL="457200" lvl="1" indent="0">
              <a:buClr>
                <a:srgbClr val="7030A0"/>
              </a:buClr>
              <a:buNone/>
            </a:pPr>
            <a:endParaRPr lang="zh-CN" altLang="en-US" sz="2000"/>
          </a:p>
        </p:txBody>
      </p:sp>
      <p:sp>
        <p:nvSpPr>
          <p:cNvPr id="4" name="灯片编号占位符 3"/>
          <p:cNvSpPr>
            <a:spLocks noGrp="1"/>
          </p:cNvSpPr>
          <p:nvPr>
            <p:ph type="sldNum" sz="quarter" idx="11"/>
          </p:nvPr>
        </p:nvSpPr>
        <p:spPr/>
        <p:txBody>
          <a:bodyPr/>
          <a:p>
            <a:r>
              <a:rPr lang="en-US" altLang="zh-CN" dirty="0" smtClean="0"/>
              <a:t>P</a:t>
            </a:r>
            <a:fld id="{62DCC93C-90AC-48A1-9D9E-CBAB17A91522}" type="slidenum">
              <a:rPr lang="zh-CN" altLang="en-US" dirty="0" smtClean="0"/>
            </a:fld>
            <a:endParaRPr lang="zh-CN" altLang="en-US" dirty="0"/>
          </a:p>
        </p:txBody>
      </p:sp>
      <p:graphicFrame>
        <p:nvGraphicFramePr>
          <p:cNvPr id="74767" name="内容占位符 74766"/>
          <p:cNvGraphicFramePr/>
          <p:nvPr>
            <p:ph idx="1"/>
          </p:nvPr>
        </p:nvGraphicFramePr>
        <p:xfrm>
          <a:off x="4062730" y="1438910"/>
          <a:ext cx="4404995" cy="2707640"/>
        </p:xfrm>
        <a:graphic>
          <a:graphicData uri="http://schemas.openxmlformats.org/presentationml/2006/ole">
            <mc:AlternateContent xmlns:mc="http://schemas.openxmlformats.org/markup-compatibility/2006">
              <mc:Choice xmlns:v="urn:schemas-microsoft-com:vml" Requires="v">
                <p:oleObj spid="_x0000_s3076" name="" r:id="rId1" imgW="5192395" imgH="2101850" progId="Visio.Drawing.11">
                  <p:embed/>
                </p:oleObj>
              </mc:Choice>
              <mc:Fallback>
                <p:oleObj name="" r:id="rId1" imgW="5192395" imgH="2101850" progId="Visio.Drawing.11">
                  <p:embed/>
                  <p:pic>
                    <p:nvPicPr>
                      <p:cNvPr id="0" name="图片 3075"/>
                      <p:cNvPicPr/>
                      <p:nvPr/>
                    </p:nvPicPr>
                    <p:blipFill>
                      <a:blip r:embed="rId2"/>
                      <a:stretch>
                        <a:fillRect/>
                      </a:stretch>
                    </p:blipFill>
                    <p:spPr>
                      <a:xfrm>
                        <a:off x="4062730" y="1438910"/>
                        <a:ext cx="4404995" cy="2707640"/>
                      </a:xfrm>
                      <a:prstGeom prst="rect">
                        <a:avLst/>
                      </a:prstGeom>
                      <a:noFill/>
                      <a:ln w="38100">
                        <a:miter/>
                      </a:ln>
                    </p:spPr>
                  </p:pic>
                </p:oleObj>
              </mc:Fallback>
            </mc:AlternateContent>
          </a:graphicData>
        </a:graphic>
      </p:graphicFrame>
      <p:sp>
        <p:nvSpPr>
          <p:cNvPr id="76803" name="文本占位符 76802"/>
          <p:cNvSpPr>
            <a:spLocks noGrp="1"/>
          </p:cNvSpPr>
          <p:nvPr/>
        </p:nvSpPr>
        <p:spPr>
          <a:xfrm>
            <a:off x="567690" y="3869055"/>
            <a:ext cx="8387715" cy="2263775"/>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a:lstStyle>
          <a:p>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Rectangle</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类有两个职责</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问题</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必须在计算几何的应用中包含进</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GUI</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代码</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如果</a:t>
            </a:r>
            <a:r>
              <a:rPr lang="en-US" altLang="zh-CN" sz="2000" err="1">
                <a:latin typeface="微软雅黑" panose="020B0503020204020204" pitchFamily="34" charset="-122"/>
                <a:ea typeface="微软雅黑" panose="020B0503020204020204" pitchFamily="34" charset="-122"/>
                <a:cs typeface="微软雅黑" panose="020B0503020204020204" pitchFamily="34" charset="-122"/>
              </a:rPr>
              <a:t>GraphicalApplication</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的改变由于一些原因导致了</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Rectangle</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的改变，那么这个改变会迫使我们重新构建、测试和部署</a:t>
            </a:r>
            <a:r>
              <a:rPr lang="en-US" altLang="zh-CN" sz="2000" err="1">
                <a:latin typeface="微软雅黑" panose="020B0503020204020204" pitchFamily="34" charset="-122"/>
                <a:ea typeface="微软雅黑" panose="020B0503020204020204" pitchFamily="34" charset="-122"/>
                <a:cs typeface="微软雅黑" panose="020B0503020204020204" pitchFamily="34" charset="-122"/>
              </a:rPr>
              <a:t>ComputationGeometryApplication</a:t>
            </a:r>
            <a:endParaRPr lang="en-US" altLang="zh-CN" sz="20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1"/>
          </p:nvPr>
        </p:nvSpPr>
        <p:spPr/>
        <p:txBody>
          <a:bodyPr/>
          <a:p>
            <a:r>
              <a:rPr lang="en-US" altLang="zh-CN" dirty="0" smtClean="0"/>
              <a:t>P</a:t>
            </a:r>
            <a:fld id="{62DCC93C-90AC-48A1-9D9E-CBAB17A91522}" type="slidenum">
              <a:rPr lang="zh-CN" altLang="en-US" dirty="0" smtClean="0"/>
            </a:fld>
            <a:endParaRPr lang="zh-CN" altLang="en-US" dirty="0"/>
          </a:p>
        </p:txBody>
      </p:sp>
      <p:graphicFrame>
        <p:nvGraphicFramePr>
          <p:cNvPr id="77828" name="内容占位符 77827"/>
          <p:cNvGraphicFramePr/>
          <p:nvPr>
            <p:ph idx="1"/>
          </p:nvPr>
        </p:nvGraphicFramePr>
        <p:xfrm>
          <a:off x="654685" y="902335"/>
          <a:ext cx="8027988" cy="4797425"/>
        </p:xfrm>
        <a:graphic>
          <a:graphicData uri="http://schemas.openxmlformats.org/presentationml/2006/ole">
            <mc:AlternateContent xmlns:mc="http://schemas.openxmlformats.org/markup-compatibility/2006">
              <mc:Choice xmlns:v="urn:schemas-microsoft-com:vml" Requires="v">
                <p:oleObj spid="_x0000_s3076" name="" r:id="rId1" imgW="4677410" imgH="2112645" progId="Visio.Drawing.11">
                  <p:embed/>
                </p:oleObj>
              </mc:Choice>
              <mc:Fallback>
                <p:oleObj name="" r:id="rId1" imgW="4677410" imgH="2112645" progId="Visio.Drawing.11">
                  <p:embed/>
                  <p:pic>
                    <p:nvPicPr>
                      <p:cNvPr id="0" name="图片 3075"/>
                      <p:cNvPicPr/>
                      <p:nvPr/>
                    </p:nvPicPr>
                    <p:blipFill>
                      <a:blip r:embed="rId2"/>
                      <a:stretch>
                        <a:fillRect/>
                      </a:stretch>
                    </p:blipFill>
                    <p:spPr>
                      <a:xfrm>
                        <a:off x="654685" y="902335"/>
                        <a:ext cx="8027988" cy="4797425"/>
                      </a:xfrm>
                      <a:prstGeom prst="rect">
                        <a:avLst/>
                      </a:prstGeom>
                      <a:noFill/>
                      <a:ln w="38100">
                        <a:miter/>
                      </a:ln>
                    </p:spPr>
                  </p:pic>
                </p:oleObj>
              </mc:Fallback>
            </mc:AlternateContent>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sz="quarter" idx="12"/>
          </p:nvPr>
        </p:nvSpPr>
        <p:spPr/>
        <p:txBody>
          <a:bodyPr>
            <a:normAutofit fontScale="90000"/>
          </a:bodyPr>
          <a:p>
            <a:r>
              <a:rPr lang="zh-CN" altLang="en-US"/>
              <a:t>一致性</a:t>
            </a:r>
            <a:endParaRPr lang="zh-CN" altLang="en-US"/>
          </a:p>
          <a:p>
            <a:pPr lvl="1"/>
            <a:r>
              <a:rPr lang="zh-CN" altLang="en-US"/>
              <a:t>遵循标准Java程序设计风格和命名习惯。给类、数据域和方法选择有信息的名字。通用的风格是将数据声明置于构造方法之前，并且构造方法置于方法之前。</a:t>
            </a:r>
            <a:endParaRPr lang="zh-CN" altLang="en-US"/>
          </a:p>
          <a:p>
            <a:pPr lvl="1"/>
            <a:r>
              <a:rPr lang="zh-CN" altLang="en-US"/>
              <a:t>选择名字要保持一致。给类似的操作选择不同的名字并非好的习惯。例如：length()方法返回String、StringBuilder和StringBuffer的大小。如果在这些类中给这个方法用不同的名字就不一致了。</a:t>
            </a:r>
            <a:endParaRPr lang="zh-CN" altLang="en-US"/>
          </a:p>
          <a:p>
            <a:pPr lvl="1"/>
            <a:r>
              <a:rPr lang="zh-CN" altLang="en-US"/>
              <a:t>一般来说，应该具有一致性地提供一个公共无参构造方法，用于构建默认实例。如果一个类不支持无参数构造方法，要用文档写出原因。如果没有显示定义构造方法，就假定有一个空方法体的公共默认无参构造方法。</a:t>
            </a:r>
            <a:endParaRPr lang="zh-CN" altLang="en-US"/>
          </a:p>
          <a:p>
            <a:pPr lvl="1"/>
            <a:r>
              <a:rPr lang="zh-CN" altLang="en-US"/>
              <a:t>如果不想让用户创建类的对象，可以在类中声明一个私有的构造方法，就像Math类。</a:t>
            </a:r>
            <a:endParaRPr lang="zh-CN" altLang="en-US"/>
          </a:p>
          <a:p>
            <a:endParaRPr lang="zh-CN" altLang="en-US"/>
          </a:p>
        </p:txBody>
      </p:sp>
      <p:sp>
        <p:nvSpPr>
          <p:cNvPr id="4" name="灯片编号占位符 3"/>
          <p:cNvSpPr>
            <a:spLocks noGrp="1"/>
          </p:cNvSpPr>
          <p:nvPr>
            <p:ph type="sldNum" sz="quarter" idx="11"/>
          </p:nvPr>
        </p:nvSpPr>
        <p:spPr/>
        <p:txBody>
          <a:bodyPr/>
          <a:p>
            <a:r>
              <a:rPr lang="en-US" altLang="zh-CN" dirty="0" smtClean="0"/>
              <a:t>P</a:t>
            </a:r>
            <a:fld id="{62DCC93C-90AC-48A1-9D9E-CBAB17A91522}" type="slidenum">
              <a:rPr lang="zh-CN" altLang="en-US" dirty="0" smtClean="0"/>
            </a:fld>
            <a:endParaRPr lang="zh-CN" alt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sz="quarter" idx="12"/>
          </p:nvPr>
        </p:nvSpPr>
        <p:spPr/>
        <p:txBody>
          <a:bodyPr>
            <a:normAutofit/>
          </a:bodyPr>
          <a:p>
            <a:r>
              <a:rPr lang="zh-CN" altLang="en-US"/>
              <a:t>封装性</a:t>
            </a:r>
            <a:endParaRPr lang="zh-CN" altLang="en-US"/>
          </a:p>
          <a:p>
            <a:pPr lvl="1">
              <a:buClr>
                <a:srgbClr val="7030A0"/>
              </a:buClr>
            </a:pPr>
            <a:r>
              <a:rPr lang="zh-CN" altLang="en-US"/>
              <a:t>一个类应该使用private修饰符隐藏其数据域，以免用户直接访问它。这使得类更易于维护。</a:t>
            </a:r>
            <a:endParaRPr lang="zh-CN" altLang="en-US"/>
          </a:p>
          <a:p>
            <a:pPr lvl="1">
              <a:buClr>
                <a:srgbClr val="7030A0"/>
              </a:buClr>
            </a:pPr>
            <a:r>
              <a:rPr lang="zh-CN" altLang="en-US"/>
              <a:t>如果想让数据域可读，只需提供get方法。如果想让数据域更新，应该提供set方法。</a:t>
            </a:r>
            <a:endParaRPr lang="zh-CN" altLang="en-US"/>
          </a:p>
          <a:p>
            <a:pPr lvl="0">
              <a:buClr>
                <a:srgbClr val="7030A0"/>
              </a:buClr>
            </a:pPr>
            <a:r>
              <a:rPr lang="zh-CN" altLang="en-US"/>
              <a:t>清晰性</a:t>
            </a:r>
            <a:endParaRPr lang="zh-CN" altLang="en-US"/>
          </a:p>
          <a:p>
            <a:pPr lvl="1">
              <a:buClr>
                <a:srgbClr val="7030A0"/>
              </a:buClr>
            </a:pPr>
            <a:r>
              <a:rPr lang="zh-CN" altLang="en-US"/>
              <a:t>类应该有一个很清晰的合约，易于解释和理解</a:t>
            </a:r>
            <a:endParaRPr lang="zh-CN" altLang="en-US"/>
          </a:p>
          <a:p>
            <a:pPr lvl="0">
              <a:buClr>
                <a:srgbClr val="7030A0"/>
              </a:buClr>
            </a:pPr>
            <a:r>
              <a:rPr lang="zh-CN" altLang="en-US"/>
              <a:t>完整性</a:t>
            </a:r>
            <a:endParaRPr lang="zh-CN" altLang="en-US"/>
          </a:p>
          <a:p>
            <a:pPr lvl="1">
              <a:buClr>
                <a:srgbClr val="7030A0"/>
              </a:buClr>
            </a:pPr>
            <a:r>
              <a:rPr lang="zh-CN" altLang="en-US"/>
              <a:t>类经常是为许多不同用户的使用而设计的。为了能在一个广泛的应用中使用，一个类应该通过属性和方法提供多种方案以适应不同用户的不同需求</a:t>
            </a:r>
            <a:endParaRPr lang="zh-CN" altLang="en-US"/>
          </a:p>
          <a:p>
            <a:pPr lvl="1">
              <a:buClr>
                <a:srgbClr val="7030A0"/>
              </a:buClr>
            </a:pPr>
            <a:endParaRPr lang="zh-CN" altLang="en-US"/>
          </a:p>
        </p:txBody>
      </p:sp>
      <p:sp>
        <p:nvSpPr>
          <p:cNvPr id="4" name="灯片编号占位符 3"/>
          <p:cNvSpPr>
            <a:spLocks noGrp="1"/>
          </p:cNvSpPr>
          <p:nvPr>
            <p:ph type="sldNum" sz="quarter" idx="11"/>
          </p:nvPr>
        </p:nvSpPr>
        <p:spPr/>
        <p:txBody>
          <a:bodyPr/>
          <a:p>
            <a:r>
              <a:rPr lang="en-US" altLang="zh-CN" dirty="0" smtClean="0"/>
              <a:t>P</a:t>
            </a:r>
            <a:fld id="{62DCC93C-90AC-48A1-9D9E-CBAB17A91522}" type="slidenum">
              <a:rPr lang="zh-CN" altLang="en-US" dirty="0" smtClean="0"/>
            </a:fld>
            <a:endParaRPr lang="zh-CN" alt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sz="quarter" idx="12"/>
          </p:nvPr>
        </p:nvSpPr>
        <p:spPr/>
        <p:txBody>
          <a:bodyPr/>
          <a:p>
            <a:r>
              <a:rPr lang="zh-CN" altLang="en-US"/>
              <a:t>实例与静态</a:t>
            </a:r>
            <a:endParaRPr lang="zh-CN" altLang="en-US"/>
          </a:p>
          <a:p>
            <a:pPr lvl="1">
              <a:buClr>
                <a:srgbClr val="7030A0"/>
              </a:buClr>
            </a:pPr>
            <a:r>
              <a:rPr lang="zh-CN" altLang="en-US"/>
              <a:t>依赖于类的具体实例的变量或方法必须是一个实例变量或方法。如果一个变量 被类的所有实例所共享，那就应该将它声明为静态的</a:t>
            </a:r>
            <a:endParaRPr lang="zh-CN" altLang="en-US"/>
          </a:p>
          <a:p>
            <a:pPr lvl="1">
              <a:buClr>
                <a:srgbClr val="7030A0"/>
              </a:buClr>
            </a:pPr>
            <a:endParaRPr lang="zh-CN" altLang="en-US"/>
          </a:p>
          <a:p>
            <a:r>
              <a:rPr lang="zh-CN" altLang="en-US"/>
              <a:t>继承与聚合</a:t>
            </a:r>
            <a:endParaRPr lang="zh-CN" altLang="en-US"/>
          </a:p>
          <a:p>
            <a:pPr lvl="1">
              <a:buClr>
                <a:srgbClr val="7030A0"/>
              </a:buClr>
            </a:pPr>
            <a:r>
              <a:rPr lang="zh-CN" altLang="en-US"/>
              <a:t>继承和聚合之间的差异，就是 is-a(是一种)和 has-a(具有)之间的关系。</a:t>
            </a:r>
            <a:endParaRPr lang="zh-CN" altLang="en-US"/>
          </a:p>
          <a:p>
            <a:pPr lvl="1">
              <a:buClr>
                <a:srgbClr val="7030A0"/>
              </a:buClr>
            </a:pPr>
            <a:endParaRPr lang="zh-CN" altLang="en-US"/>
          </a:p>
          <a:p>
            <a:r>
              <a:rPr lang="zh-CN" altLang="en-US"/>
              <a:t>接口与抽象类</a:t>
            </a:r>
            <a:endParaRPr lang="zh-CN" altLang="en-US"/>
          </a:p>
        </p:txBody>
      </p:sp>
      <p:sp>
        <p:nvSpPr>
          <p:cNvPr id="4" name="灯片编号占位符 3"/>
          <p:cNvSpPr>
            <a:spLocks noGrp="1"/>
          </p:cNvSpPr>
          <p:nvPr>
            <p:ph type="sldNum" sz="quarter" idx="11"/>
          </p:nvPr>
        </p:nvSpPr>
        <p:spPr/>
        <p:txBody>
          <a:bodyPr/>
          <a:p>
            <a:r>
              <a:rPr lang="en-US" altLang="zh-CN" dirty="0" smtClean="0"/>
              <a:t>P</a:t>
            </a:r>
            <a:fld id="{62DCC93C-90AC-48A1-9D9E-CBAB17A91522}" type="slidenum">
              <a:rPr lang="zh-CN" altLang="en-US" dirty="0" smtClean="0"/>
            </a:fld>
            <a:endParaRPr lang="zh-CN" altLang="en-US" dirty="0"/>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TABLE_BEAUTIFY" val="smartTable{457784de-33ba-496f-bbaa-f8792eb13d3d}"/>
</p:tagLst>
</file>

<file path=ppt/theme/theme1.xml><?xml version="1.0" encoding="utf-8"?>
<a:theme xmlns:a="http://schemas.openxmlformats.org/drawingml/2006/main" name="由Nordri®（www.nordridesign.com ） 设计提供">
  <a:themeElements>
    <a:clrScheme name="自定义 56">
      <a:dk1>
        <a:sysClr val="windowText" lastClr="000000"/>
      </a:dk1>
      <a:lt1>
        <a:sysClr val="window" lastClr="FFFFFF"/>
      </a:lt1>
      <a:dk2>
        <a:srgbClr val="595959"/>
      </a:dk2>
      <a:lt2>
        <a:srgbClr val="D8D8D8"/>
      </a:lt2>
      <a:accent1>
        <a:srgbClr val="FFC000"/>
      </a:accent1>
      <a:accent2>
        <a:srgbClr val="6DAA2D"/>
      </a:accent2>
      <a:accent3>
        <a:srgbClr val="5F5F5F"/>
      </a:accent3>
      <a:accent4>
        <a:srgbClr val="777777"/>
      </a:accent4>
      <a:accent5>
        <a:srgbClr val="B2B2B2"/>
      </a:accent5>
      <a:accent6>
        <a:srgbClr val="DDDDDD"/>
      </a:accent6>
      <a:hlink>
        <a:srgbClr val="0070C0"/>
      </a:hlink>
      <a:folHlink>
        <a:srgbClr val="7030A0"/>
      </a:folHlink>
    </a:clrScheme>
    <a:fontScheme name="Nordri开发标准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solidFill>
        <a:ln w="9525">
          <a:noFill/>
        </a:ln>
      </a:spPr>
      <a:bodyPr lIns="92075" tIns="46038" rIns="92075" bIns="46038"/>
      <a:lstStyle>
        <a:defPPr marL="0" lvl="0" indent="0">
          <a:buNone/>
          <a:defRPr lang="en-US" altLang="zh-CN" sz="1600" dirty="0">
            <a:solidFill>
              <a:schemeClr val="bg2"/>
            </a:solidFill>
            <a:latin typeface="Courier New" panose="02070309020205020404" charset="0"/>
            <a:ea typeface="宋体" panose="02010600030101010101" pitchFamily="2" charset="-122"/>
          </a:defRPr>
        </a:defPPr>
      </a:lstStyle>
    </a:spDef>
    <a:txDef>
      <a:spPr>
        <a:noFill/>
      </a:spPr>
      <a:bodyPr wrap="none" rtlCol="0">
        <a:spAutoFit/>
      </a:bodyPr>
      <a:lstStyle>
        <a:defPPr>
          <a:lnSpc>
            <a:spcPct val="120000"/>
          </a:lnSpc>
          <a:defRPr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0</TotalTime>
  <Words>4258</Words>
  <Application>WPS 演示</Application>
  <PresentationFormat>全屏显示(4:3)</PresentationFormat>
  <Paragraphs>228</Paragraphs>
  <Slides>19</Slides>
  <Notes>2</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4</vt:i4>
      </vt:variant>
      <vt:variant>
        <vt:lpstr>幻灯片标题</vt:lpstr>
      </vt:variant>
      <vt:variant>
        <vt:i4>19</vt:i4>
      </vt:variant>
    </vt:vector>
  </HeadingPairs>
  <TitlesOfParts>
    <vt:vector size="37" baseType="lpstr">
      <vt:lpstr>Arial</vt:lpstr>
      <vt:lpstr>宋体</vt:lpstr>
      <vt:lpstr>Wingdings</vt:lpstr>
      <vt:lpstr>Courier New</vt:lpstr>
      <vt:lpstr>微软雅黑</vt:lpstr>
      <vt:lpstr>黑体</vt:lpstr>
      <vt:lpstr>Times New Roman</vt:lpstr>
      <vt:lpstr>Calibri</vt:lpstr>
      <vt:lpstr>Monotype Sorts</vt:lpstr>
      <vt:lpstr>Wingdings</vt:lpstr>
      <vt:lpstr>Courier</vt:lpstr>
      <vt:lpstr>Arial Unicode MS</vt:lpstr>
      <vt:lpstr>Book Antiqua</vt:lpstr>
      <vt:lpstr>由Nordri®（www.nordridesign.com ） 设计提供</vt:lpstr>
      <vt:lpstr>Word.Picture.8</vt:lpstr>
      <vt:lpstr>Word.Picture.8</vt:lpstr>
      <vt:lpstr>Visio.Drawing.11</vt:lpstr>
      <vt:lpstr>Visio.Drawing.11</vt:lpstr>
      <vt:lpstr>面向对象程序设计</vt:lpstr>
      <vt:lpstr>Java类库中的接口举例：Comparable</vt:lpstr>
      <vt:lpstr>补充：Comparator</vt:lpstr>
      <vt:lpstr>Comparable 与 Comparator比较</vt:lpstr>
      <vt:lpstr>Cloneable接口</vt:lpstr>
      <vt:lpstr>PowerPoint 演示文稿</vt:lpstr>
      <vt:lpstr>举 例</vt:lpstr>
      <vt:lpstr>浅复制和深复制</vt:lpstr>
      <vt:lpstr>PowerPoint 演示文稿</vt:lpstr>
      <vt:lpstr>接口与抽象类比较</vt:lpstr>
      <vt:lpstr>PowerPoint 演示文稿</vt:lpstr>
      <vt:lpstr>使用接口还是类？</vt:lpstr>
      <vt:lpstr>教材 13.9示例：Rational类</vt:lpstr>
      <vt:lpstr>类的设计原则</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Java程序设计</dc:title>
  <dc:creator>yangrl</dc:creator>
  <dc:description>Nordri® 
专注于有效的信息传递设计
www.nordridesign.com</dc:description>
  <dc:subject>PPT模板/图示</dc:subject>
  <cp:lastModifiedBy>大灰很</cp:lastModifiedBy>
  <cp:revision>759</cp:revision>
  <dcterms:created xsi:type="dcterms:W3CDTF">2017-02-24T02:44:00Z</dcterms:created>
  <dcterms:modified xsi:type="dcterms:W3CDTF">2021-05-26T17:06:50Z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280499</vt:lpwstr>
  </property>
  <property fmtid="{D5CDD505-2E9C-101B-9397-08002B2CF9AE}" pid="3" name="NXPowerLiteSettings">
    <vt:lpwstr>F7000400038000</vt:lpwstr>
  </property>
  <property fmtid="{D5CDD505-2E9C-101B-9397-08002B2CF9AE}" pid="4" name="NXPowerLiteVersion">
    <vt:lpwstr>D5.0.6</vt:lpwstr>
  </property>
  <property fmtid="{D5CDD505-2E9C-101B-9397-08002B2CF9AE}" pid="5" name="KSOProductBuildVer">
    <vt:lpwstr>2052-11.1.0.10495</vt:lpwstr>
  </property>
  <property fmtid="{D5CDD505-2E9C-101B-9397-08002B2CF9AE}" pid="6" name="ICV">
    <vt:lpwstr>05B6FEFEB0A1466BA21A6C1D1F9E5166</vt:lpwstr>
  </property>
</Properties>
</file>